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0"/>
  </p:notesMasterIdLst>
  <p:handoutMasterIdLst>
    <p:handoutMasterId r:id="rId21"/>
  </p:handoutMasterIdLst>
  <p:sldIdLst>
    <p:sldId id="256" r:id="rId5"/>
    <p:sldId id="463" r:id="rId6"/>
    <p:sldId id="464" r:id="rId7"/>
    <p:sldId id="465" r:id="rId8"/>
    <p:sldId id="462" r:id="rId9"/>
    <p:sldId id="261" r:id="rId10"/>
    <p:sldId id="461" r:id="rId11"/>
    <p:sldId id="466" r:id="rId12"/>
    <p:sldId id="469" r:id="rId13"/>
    <p:sldId id="471" r:id="rId14"/>
    <p:sldId id="472" r:id="rId15"/>
    <p:sldId id="473" r:id="rId16"/>
    <p:sldId id="468" r:id="rId17"/>
    <p:sldId id="467" r:id="rId18"/>
    <p:sldId id="42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11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B305EA-2DF6-2538-2A52-0D1CAED3AD5E}" v="99" dt="2026-05-26T06:35:53.523"/>
  </p1510:revLst>
</p1510:revInfo>
</file>

<file path=ppt/tableStyles.xml><?xml version="1.0" encoding="utf-8"?>
<a:tblStyleLst xmlns:a="http://schemas.openxmlformats.org/drawingml/2006/main" def="{87103D19-456E-4ACA-AAA1-257D443D96B4}">
  <a:tblStyle styleId="{87103D19-456E-4ACA-AAA1-257D443D96B4}" styleName="UST Table 01">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solidFill>
            <a:schemeClr val="bg2"/>
          </a:solidFill>
        </a:fill>
      </a:tcStyle>
    </a:band1H>
    <a:band2H>
      <a:tcStyle>
        <a:tcBdr>
          <a:top>
            <a:ln>
              <a:noFill/>
            </a:ln>
          </a:top>
          <a:bottom>
            <a:ln>
              <a:noFill/>
            </a:ln>
          </a:bottom>
        </a:tcBdr>
        <a:fill>
          <a:noFill/>
        </a:fill>
      </a:tcStyle>
    </a:band2H>
    <a:band1V>
      <a:tcStyle>
        <a:tcBdr/>
        <a:fill>
          <a:solidFill>
            <a:schemeClr val="bg2"/>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chemeClr val="tx1"/>
              </a:solidFill>
            </a:ln>
          </a:top>
          <a:bottom>
            <a:ln>
              <a:noFill/>
            </a:ln>
          </a:bottom>
        </a:tcBdr>
        <a:fill>
          <a:noFill/>
        </a:fill>
      </a:tcStyle>
    </a:lastRow>
    <a:firstRow>
      <a:tcTxStyle b="on">
        <a:schemeClr val="bg1"/>
      </a:tcTxStyle>
      <a:tcStyle>
        <a:tcBdr>
          <a:top>
            <a:ln>
              <a:noFill/>
            </a:ln>
          </a:top>
          <a:bottom>
            <a:ln>
              <a:noFill/>
            </a:ln>
          </a:bottom>
        </a:tcBdr>
        <a:fill>
          <a:solidFill>
            <a:schemeClr val="tx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ranjan Reddy Aare(UST,IN)" userId="S::303467@ust.com::5bbbcffc-0bb4-4e2b-9563-69398547ad0f" providerId="AD" clId="Web-{24B305EA-2DF6-2538-2A52-0D1CAED3AD5E}"/>
    <pc:docChg chg="modSld">
      <pc:chgData name="Niranjan Reddy Aare(UST,IN)" userId="S::303467@ust.com::5bbbcffc-0bb4-4e2b-9563-69398547ad0f" providerId="AD" clId="Web-{24B305EA-2DF6-2538-2A52-0D1CAED3AD5E}" dt="2026-05-26T06:35:53.523" v="72" actId="20577"/>
      <pc:docMkLst>
        <pc:docMk/>
      </pc:docMkLst>
      <pc:sldChg chg="modSp">
        <pc:chgData name="Niranjan Reddy Aare(UST,IN)" userId="S::303467@ust.com::5bbbcffc-0bb4-4e2b-9563-69398547ad0f" providerId="AD" clId="Web-{24B305EA-2DF6-2538-2A52-0D1CAED3AD5E}" dt="2026-05-26T06:35:53.523" v="72" actId="20577"/>
        <pc:sldMkLst>
          <pc:docMk/>
          <pc:sldMk cId="1128234134" sldId="466"/>
        </pc:sldMkLst>
        <pc:spChg chg="mod">
          <ac:chgData name="Niranjan Reddy Aare(UST,IN)" userId="S::303467@ust.com::5bbbcffc-0bb4-4e2b-9563-69398547ad0f" providerId="AD" clId="Web-{24B305EA-2DF6-2538-2A52-0D1CAED3AD5E}" dt="2026-05-26T06:17:00.699" v="68" actId="1076"/>
          <ac:spMkLst>
            <pc:docMk/>
            <pc:sldMk cId="1128234134" sldId="466"/>
            <ac:spMk id="2" creationId="{C08851D4-B15F-8BB0-DFE3-9E3818D0CA54}"/>
          </ac:spMkLst>
        </pc:spChg>
        <pc:spChg chg="mod">
          <ac:chgData name="Niranjan Reddy Aare(UST,IN)" userId="S::303467@ust.com::5bbbcffc-0bb4-4e2b-9563-69398547ad0f" providerId="AD" clId="Web-{24B305EA-2DF6-2538-2A52-0D1CAED3AD5E}" dt="2026-05-26T06:35:53.523" v="72" actId="20577"/>
          <ac:spMkLst>
            <pc:docMk/>
            <pc:sldMk cId="1128234134" sldId="466"/>
            <ac:spMk id="3" creationId="{D3B7485F-9E26-E830-C836-059C500E2707}"/>
          </ac:spMkLst>
        </pc:spChg>
      </pc:sldChg>
      <pc:sldChg chg="modSp">
        <pc:chgData name="Niranjan Reddy Aare(UST,IN)" userId="S::303467@ust.com::5bbbcffc-0bb4-4e2b-9563-69398547ad0f" providerId="AD" clId="Web-{24B305EA-2DF6-2538-2A52-0D1CAED3AD5E}" dt="2026-05-26T06:14:43.806" v="66" actId="20577"/>
        <pc:sldMkLst>
          <pc:docMk/>
          <pc:sldMk cId="2406506306" sldId="469"/>
        </pc:sldMkLst>
        <pc:spChg chg="mod">
          <ac:chgData name="Niranjan Reddy Aare(UST,IN)" userId="S::303467@ust.com::5bbbcffc-0bb4-4e2b-9563-69398547ad0f" providerId="AD" clId="Web-{24B305EA-2DF6-2538-2A52-0D1CAED3AD5E}" dt="2026-05-26T06:14:43.806" v="66" actId="20577"/>
          <ac:spMkLst>
            <pc:docMk/>
            <pc:sldMk cId="2406506306" sldId="469"/>
            <ac:spMk id="11" creationId="{5CC89709-4176-9368-E86A-FFB5AB34C40E}"/>
          </ac:spMkLst>
        </pc:spChg>
      </pc:sldChg>
      <pc:sldChg chg="modSp">
        <pc:chgData name="Niranjan Reddy Aare(UST,IN)" userId="S::303467@ust.com::5bbbcffc-0bb4-4e2b-9563-69398547ad0f" providerId="AD" clId="Web-{24B305EA-2DF6-2538-2A52-0D1CAED3AD5E}" dt="2026-05-26T06:06:07.077" v="26" actId="14100"/>
        <pc:sldMkLst>
          <pc:docMk/>
          <pc:sldMk cId="1458695313" sldId="471"/>
        </pc:sldMkLst>
        <pc:spChg chg="mod">
          <ac:chgData name="Niranjan Reddy Aare(UST,IN)" userId="S::303467@ust.com::5bbbcffc-0bb4-4e2b-9563-69398547ad0f" providerId="AD" clId="Web-{24B305EA-2DF6-2538-2A52-0D1CAED3AD5E}" dt="2026-05-26T06:06:07.077" v="26" actId="14100"/>
          <ac:spMkLst>
            <pc:docMk/>
            <pc:sldMk cId="1458695313" sldId="471"/>
            <ac:spMk id="11" creationId="{41407A2D-D972-9029-6E9A-FDAB62D50576}"/>
          </ac:spMkLst>
        </pc:sp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_rels/drawing1.xml.rels><?xml version="1.0" encoding="UTF-8" standalone="yes"?>
<Relationships xmlns="http://schemas.openxmlformats.org/package/2006/relationships"><Relationship Id="rId1"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EFBF2D-DCA1-4BB8-A326-67F044BFD4A1}" type="doc">
      <dgm:prSet loTypeId="urn:microsoft.com/office/officeart/2018/5/layout/IconLeafLabelList" loCatId="icon" qsTypeId="urn:microsoft.com/office/officeart/2005/8/quickstyle/simple1" qsCatId="simple" csTypeId="urn:microsoft.com/office/officeart/2005/8/colors/accent2_2" csCatId="accent2" phldr="1"/>
      <dgm:spPr/>
      <dgm:t>
        <a:bodyPr/>
        <a:lstStyle/>
        <a:p>
          <a:endParaRPr lang="en-US"/>
        </a:p>
      </dgm:t>
    </dgm:pt>
    <dgm:pt modelId="{12970784-C91B-44A1-A229-DECCF35A75D8}">
      <dgm:prSet/>
      <dgm:spPr/>
      <dgm:t>
        <a:bodyPr/>
        <a:lstStyle/>
        <a:p>
          <a:pPr>
            <a:lnSpc>
              <a:spcPct val="100000"/>
            </a:lnSpc>
            <a:defRPr cap="all"/>
          </a:pPr>
          <a:r>
            <a:rPr lang="en-US" b="1"/>
            <a:t>Team NEURON</a:t>
          </a:r>
          <a:endParaRPr lang="en-US"/>
        </a:p>
      </dgm:t>
    </dgm:pt>
    <dgm:pt modelId="{47A5E90F-1838-456D-9D18-E24F18A24934}" type="parTrans" cxnId="{1242297E-9268-4EDC-B00C-04446FA22F53}">
      <dgm:prSet/>
      <dgm:spPr/>
      <dgm:t>
        <a:bodyPr/>
        <a:lstStyle/>
        <a:p>
          <a:endParaRPr lang="en-US"/>
        </a:p>
      </dgm:t>
    </dgm:pt>
    <dgm:pt modelId="{EE9B875B-BFD7-4ECB-A8A1-B1C7240B9B73}" type="sibTrans" cxnId="{1242297E-9268-4EDC-B00C-04446FA22F53}">
      <dgm:prSet/>
      <dgm:spPr/>
      <dgm:t>
        <a:bodyPr/>
        <a:lstStyle/>
        <a:p>
          <a:endParaRPr lang="en-US"/>
        </a:p>
      </dgm:t>
    </dgm:pt>
    <dgm:pt modelId="{4847044B-2BD4-4360-A0F7-EC3C2A1107C4}" type="pres">
      <dgm:prSet presAssocID="{48EFBF2D-DCA1-4BB8-A326-67F044BFD4A1}" presName="root" presStyleCnt="0">
        <dgm:presLayoutVars>
          <dgm:dir/>
          <dgm:resizeHandles val="exact"/>
        </dgm:presLayoutVars>
      </dgm:prSet>
      <dgm:spPr/>
    </dgm:pt>
    <dgm:pt modelId="{BBF9F80A-3BCA-493E-8569-EBFA3FB26FBC}" type="pres">
      <dgm:prSet presAssocID="{12970784-C91B-44A1-A229-DECCF35A75D8}" presName="compNode" presStyleCnt="0"/>
      <dgm:spPr/>
    </dgm:pt>
    <dgm:pt modelId="{F4414DA4-85F7-494D-9C53-01136DB36137}" type="pres">
      <dgm:prSet presAssocID="{12970784-C91B-44A1-A229-DECCF35A75D8}" presName="iconBgRect" presStyleLbl="bgShp" presStyleIdx="0" presStyleCnt="1"/>
      <dgm:spPr>
        <a:prstGeom prst="round2DiagRect">
          <a:avLst>
            <a:gd name="adj1" fmla="val 29727"/>
            <a:gd name="adj2" fmla="val 0"/>
          </a:avLst>
        </a:prstGeom>
      </dgm:spPr>
    </dgm:pt>
    <dgm:pt modelId="{AD465AD6-A10A-41BF-82D0-C5D03A151B03}" type="pres">
      <dgm:prSet presAssocID="{12970784-C91B-44A1-A229-DECCF35A75D8}" presName="iconRect" presStyleLbl="node1" presStyleIdx="0" presStyleCnt="1"/>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rain in head"/>
        </a:ext>
      </dgm:extLst>
    </dgm:pt>
    <dgm:pt modelId="{89724978-E8F3-48DB-A78B-4E7172DA03D0}" type="pres">
      <dgm:prSet presAssocID="{12970784-C91B-44A1-A229-DECCF35A75D8}" presName="spaceRect" presStyleCnt="0"/>
      <dgm:spPr/>
    </dgm:pt>
    <dgm:pt modelId="{C9C3AB3E-C6C2-4A40-A669-5E06C303B307}" type="pres">
      <dgm:prSet presAssocID="{12970784-C91B-44A1-A229-DECCF35A75D8}" presName="textRect" presStyleLbl="revTx" presStyleIdx="0" presStyleCnt="1">
        <dgm:presLayoutVars>
          <dgm:chMax val="1"/>
          <dgm:chPref val="1"/>
        </dgm:presLayoutVars>
      </dgm:prSet>
      <dgm:spPr/>
    </dgm:pt>
  </dgm:ptLst>
  <dgm:cxnLst>
    <dgm:cxn modelId="{4B4B812A-B386-4F6C-91E5-D5466020FB66}" type="presOf" srcId="{48EFBF2D-DCA1-4BB8-A326-67F044BFD4A1}" destId="{4847044B-2BD4-4360-A0F7-EC3C2A1107C4}" srcOrd="0" destOrd="0" presId="urn:microsoft.com/office/officeart/2018/5/layout/IconLeafLabelList"/>
    <dgm:cxn modelId="{1242297E-9268-4EDC-B00C-04446FA22F53}" srcId="{48EFBF2D-DCA1-4BB8-A326-67F044BFD4A1}" destId="{12970784-C91B-44A1-A229-DECCF35A75D8}" srcOrd="0" destOrd="0" parTransId="{47A5E90F-1838-456D-9D18-E24F18A24934}" sibTransId="{EE9B875B-BFD7-4ECB-A8A1-B1C7240B9B73}"/>
    <dgm:cxn modelId="{13C8CEBD-9778-40D5-9944-E7BEA484B560}" type="presOf" srcId="{12970784-C91B-44A1-A229-DECCF35A75D8}" destId="{C9C3AB3E-C6C2-4A40-A669-5E06C303B307}" srcOrd="0" destOrd="0" presId="urn:microsoft.com/office/officeart/2018/5/layout/IconLeafLabelList"/>
    <dgm:cxn modelId="{4FC40AA8-6ED3-4195-AB25-0CB8463F7C41}" type="presParOf" srcId="{4847044B-2BD4-4360-A0F7-EC3C2A1107C4}" destId="{BBF9F80A-3BCA-493E-8569-EBFA3FB26FBC}" srcOrd="0" destOrd="0" presId="urn:microsoft.com/office/officeart/2018/5/layout/IconLeafLabelList"/>
    <dgm:cxn modelId="{B77FEF5D-A384-4A7C-936E-BC3A81291DAB}" type="presParOf" srcId="{BBF9F80A-3BCA-493E-8569-EBFA3FB26FBC}" destId="{F4414DA4-85F7-494D-9C53-01136DB36137}" srcOrd="0" destOrd="0" presId="urn:microsoft.com/office/officeart/2018/5/layout/IconLeafLabelList"/>
    <dgm:cxn modelId="{BE66EA08-9637-4EA6-B060-16E1710B1E53}" type="presParOf" srcId="{BBF9F80A-3BCA-493E-8569-EBFA3FB26FBC}" destId="{AD465AD6-A10A-41BF-82D0-C5D03A151B03}" srcOrd="1" destOrd="0" presId="urn:microsoft.com/office/officeart/2018/5/layout/IconLeafLabelList"/>
    <dgm:cxn modelId="{07B1F1E8-4926-4BC8-A632-3FAD39C0D54C}" type="presParOf" srcId="{BBF9F80A-3BCA-493E-8569-EBFA3FB26FBC}" destId="{89724978-E8F3-48DB-A78B-4E7172DA03D0}" srcOrd="2" destOrd="0" presId="urn:microsoft.com/office/officeart/2018/5/layout/IconLeafLabelList"/>
    <dgm:cxn modelId="{6E3735FC-E09A-48F1-9EBB-94D7888A664E}" type="presParOf" srcId="{BBF9F80A-3BCA-493E-8569-EBFA3FB26FBC}" destId="{C9C3AB3E-C6C2-4A40-A669-5E06C303B307}"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9DFE42E-4134-4475-8286-469F3CBCA1E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2C08E58-D667-4CCF-B23D-20E333B9C50E}">
      <dgm:prSet/>
      <dgm:spPr/>
      <dgm:t>
        <a:bodyPr/>
        <a:lstStyle/>
        <a:p>
          <a:r>
            <a:rPr lang="en-US"/>
            <a:t>Retail enterprises receive a high volume of support and incident tickets from POS systems, payment platforms, inventory management systems, and customer service channels. </a:t>
          </a:r>
        </a:p>
      </dgm:t>
    </dgm:pt>
    <dgm:pt modelId="{D736BDE9-B4E7-417B-86AD-01D96AACA9FE}" type="parTrans" cxnId="{480ACC2B-DDD1-40BC-A98C-DC63EF69D61A}">
      <dgm:prSet/>
      <dgm:spPr/>
      <dgm:t>
        <a:bodyPr/>
        <a:lstStyle/>
        <a:p>
          <a:endParaRPr lang="en-US"/>
        </a:p>
      </dgm:t>
    </dgm:pt>
    <dgm:pt modelId="{1E6999D6-CF49-497F-ADC4-4C123656AD20}" type="sibTrans" cxnId="{480ACC2B-DDD1-40BC-A98C-DC63EF69D61A}">
      <dgm:prSet/>
      <dgm:spPr/>
      <dgm:t>
        <a:bodyPr/>
        <a:lstStyle/>
        <a:p>
          <a:endParaRPr lang="en-US"/>
        </a:p>
      </dgm:t>
    </dgm:pt>
    <dgm:pt modelId="{3095C765-6A1C-4C18-A057-B44EB3FE5AF8}">
      <dgm:prSet/>
      <dgm:spPr/>
      <dgm:t>
        <a:bodyPr/>
        <a:lstStyle/>
        <a:p>
          <a:r>
            <a:rPr lang="en-US"/>
            <a:t>Manual ticket processing often leads to delayed resolution, inconsistent prioritization, and inefficient escalation workflows, adversely affecting operational efficiency and customer experience.</a:t>
          </a:r>
        </a:p>
      </dgm:t>
    </dgm:pt>
    <dgm:pt modelId="{A0044748-59FF-4B17-AC75-4924FAFD7B99}" type="parTrans" cxnId="{817318AA-A20C-4B3D-AD44-79A3C18082C8}">
      <dgm:prSet/>
      <dgm:spPr/>
      <dgm:t>
        <a:bodyPr/>
        <a:lstStyle/>
        <a:p>
          <a:endParaRPr lang="en-US"/>
        </a:p>
      </dgm:t>
    </dgm:pt>
    <dgm:pt modelId="{D58265D7-08F8-4052-A867-1F55B0C62FDE}" type="sibTrans" cxnId="{817318AA-A20C-4B3D-AD44-79A3C18082C8}">
      <dgm:prSet/>
      <dgm:spPr/>
      <dgm:t>
        <a:bodyPr/>
        <a:lstStyle/>
        <a:p>
          <a:endParaRPr lang="en-US"/>
        </a:p>
      </dgm:t>
    </dgm:pt>
    <dgm:pt modelId="{FD8EEC8E-0F02-4290-8CA4-57B1DA89B5FB}">
      <dgm:prSet/>
      <dgm:spPr/>
      <dgm:t>
        <a:bodyPr/>
        <a:lstStyle/>
        <a:p>
          <a:r>
            <a:rPr lang="en-US"/>
            <a:t>These challenges further increase response times, operational overhead, and the likelihood of SLA non-compliance.</a:t>
          </a:r>
        </a:p>
      </dgm:t>
    </dgm:pt>
    <dgm:pt modelId="{0BED03E2-745F-4E78-829E-A3ADAE449C68}" type="parTrans" cxnId="{A419E444-F1F5-407B-B12C-81DE8A5C73D6}">
      <dgm:prSet/>
      <dgm:spPr/>
      <dgm:t>
        <a:bodyPr/>
        <a:lstStyle/>
        <a:p>
          <a:endParaRPr lang="en-US"/>
        </a:p>
      </dgm:t>
    </dgm:pt>
    <dgm:pt modelId="{B28A5ADA-69A5-469B-96FA-C66D8531E673}" type="sibTrans" cxnId="{A419E444-F1F5-407B-B12C-81DE8A5C73D6}">
      <dgm:prSet/>
      <dgm:spPr/>
      <dgm:t>
        <a:bodyPr/>
        <a:lstStyle/>
        <a:p>
          <a:endParaRPr lang="en-US"/>
        </a:p>
      </dgm:t>
    </dgm:pt>
    <dgm:pt modelId="{47C0238F-7E52-4C66-ABDE-11863E473013}" type="pres">
      <dgm:prSet presAssocID="{09DFE42E-4134-4475-8286-469F3CBCA1E1}" presName="root" presStyleCnt="0">
        <dgm:presLayoutVars>
          <dgm:dir/>
          <dgm:resizeHandles val="exact"/>
        </dgm:presLayoutVars>
      </dgm:prSet>
      <dgm:spPr/>
    </dgm:pt>
    <dgm:pt modelId="{E41DD08B-493D-4498-98A7-662C308AC8F7}" type="pres">
      <dgm:prSet presAssocID="{E2C08E58-D667-4CCF-B23D-20E333B9C50E}" presName="compNode" presStyleCnt="0"/>
      <dgm:spPr/>
    </dgm:pt>
    <dgm:pt modelId="{8DFDCDE2-A82F-4BFD-BB0F-D24E56C75502}" type="pres">
      <dgm:prSet presAssocID="{E2C08E58-D667-4CCF-B23D-20E333B9C50E}" presName="bgRect" presStyleLbl="bgShp" presStyleIdx="0" presStyleCnt="3"/>
      <dgm:spPr/>
    </dgm:pt>
    <dgm:pt modelId="{3B86AC76-EFAA-455E-AB11-228FF63B7777}" type="pres">
      <dgm:prSet presAssocID="{E2C08E58-D667-4CCF-B23D-20E333B9C50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egister"/>
        </a:ext>
      </dgm:extLst>
    </dgm:pt>
    <dgm:pt modelId="{97F11670-A436-46A6-817E-7AD267032207}" type="pres">
      <dgm:prSet presAssocID="{E2C08E58-D667-4CCF-B23D-20E333B9C50E}" presName="spaceRect" presStyleCnt="0"/>
      <dgm:spPr/>
    </dgm:pt>
    <dgm:pt modelId="{56AE3F68-04B8-4072-8481-D8FE65A00DEE}" type="pres">
      <dgm:prSet presAssocID="{E2C08E58-D667-4CCF-B23D-20E333B9C50E}" presName="parTx" presStyleLbl="revTx" presStyleIdx="0" presStyleCnt="3">
        <dgm:presLayoutVars>
          <dgm:chMax val="0"/>
          <dgm:chPref val="0"/>
        </dgm:presLayoutVars>
      </dgm:prSet>
      <dgm:spPr/>
    </dgm:pt>
    <dgm:pt modelId="{C16D6CDA-99E3-4398-8A41-ACD1256C2617}" type="pres">
      <dgm:prSet presAssocID="{1E6999D6-CF49-497F-ADC4-4C123656AD20}" presName="sibTrans" presStyleCnt="0"/>
      <dgm:spPr/>
    </dgm:pt>
    <dgm:pt modelId="{67A362AA-1FA4-49BB-A181-DD709F1005E6}" type="pres">
      <dgm:prSet presAssocID="{3095C765-6A1C-4C18-A057-B44EB3FE5AF8}" presName="compNode" presStyleCnt="0"/>
      <dgm:spPr/>
    </dgm:pt>
    <dgm:pt modelId="{73335A9A-108B-4EFA-93E3-3D5989AB36C7}" type="pres">
      <dgm:prSet presAssocID="{3095C765-6A1C-4C18-A057-B44EB3FE5AF8}" presName="bgRect" presStyleLbl="bgShp" presStyleIdx="1" presStyleCnt="3"/>
      <dgm:spPr/>
    </dgm:pt>
    <dgm:pt modelId="{91DA66D9-4454-479E-9044-9BA3A9583E44}" type="pres">
      <dgm:prSet presAssocID="{3095C765-6A1C-4C18-A057-B44EB3FE5AF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l center"/>
        </a:ext>
      </dgm:extLst>
    </dgm:pt>
    <dgm:pt modelId="{DA4E15B1-7EE0-43F3-8709-16761B3AEC46}" type="pres">
      <dgm:prSet presAssocID="{3095C765-6A1C-4C18-A057-B44EB3FE5AF8}" presName="spaceRect" presStyleCnt="0"/>
      <dgm:spPr/>
    </dgm:pt>
    <dgm:pt modelId="{5733F170-2B3B-4A00-A8F0-C618E5B6736D}" type="pres">
      <dgm:prSet presAssocID="{3095C765-6A1C-4C18-A057-B44EB3FE5AF8}" presName="parTx" presStyleLbl="revTx" presStyleIdx="1" presStyleCnt="3">
        <dgm:presLayoutVars>
          <dgm:chMax val="0"/>
          <dgm:chPref val="0"/>
        </dgm:presLayoutVars>
      </dgm:prSet>
      <dgm:spPr/>
    </dgm:pt>
    <dgm:pt modelId="{9373E282-EE8A-40FC-8118-78E4609CBB40}" type="pres">
      <dgm:prSet presAssocID="{D58265D7-08F8-4052-A867-1F55B0C62FDE}" presName="sibTrans" presStyleCnt="0"/>
      <dgm:spPr/>
    </dgm:pt>
    <dgm:pt modelId="{C945EBAB-FA39-452D-B9B4-364339F88FE6}" type="pres">
      <dgm:prSet presAssocID="{FD8EEC8E-0F02-4290-8CA4-57B1DA89B5FB}" presName="compNode" presStyleCnt="0"/>
      <dgm:spPr/>
    </dgm:pt>
    <dgm:pt modelId="{62DD6896-ED93-450E-A9BA-0ADDBEE846A7}" type="pres">
      <dgm:prSet presAssocID="{FD8EEC8E-0F02-4290-8CA4-57B1DA89B5FB}" presName="bgRect" presStyleLbl="bgShp" presStyleIdx="2" presStyleCnt="3"/>
      <dgm:spPr/>
    </dgm:pt>
    <dgm:pt modelId="{58F438AD-EA79-4153-84E8-50CA1418CC06}" type="pres">
      <dgm:prSet presAssocID="{FD8EEC8E-0F02-4290-8CA4-57B1DA89B5F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lowchart"/>
        </a:ext>
      </dgm:extLst>
    </dgm:pt>
    <dgm:pt modelId="{891D68BF-FE27-431A-A5EE-BD90D46FB87F}" type="pres">
      <dgm:prSet presAssocID="{FD8EEC8E-0F02-4290-8CA4-57B1DA89B5FB}" presName="spaceRect" presStyleCnt="0"/>
      <dgm:spPr/>
    </dgm:pt>
    <dgm:pt modelId="{443609F9-B83A-42E5-9A45-AE53CA276080}" type="pres">
      <dgm:prSet presAssocID="{FD8EEC8E-0F02-4290-8CA4-57B1DA89B5FB}" presName="parTx" presStyleLbl="revTx" presStyleIdx="2" presStyleCnt="3">
        <dgm:presLayoutVars>
          <dgm:chMax val="0"/>
          <dgm:chPref val="0"/>
        </dgm:presLayoutVars>
      </dgm:prSet>
      <dgm:spPr/>
    </dgm:pt>
  </dgm:ptLst>
  <dgm:cxnLst>
    <dgm:cxn modelId="{3CF6F920-0EB1-433C-8920-65B7FE6B7A7B}" type="presOf" srcId="{FD8EEC8E-0F02-4290-8CA4-57B1DA89B5FB}" destId="{443609F9-B83A-42E5-9A45-AE53CA276080}" srcOrd="0" destOrd="0" presId="urn:microsoft.com/office/officeart/2018/2/layout/IconVerticalSolidList"/>
    <dgm:cxn modelId="{480ACC2B-DDD1-40BC-A98C-DC63EF69D61A}" srcId="{09DFE42E-4134-4475-8286-469F3CBCA1E1}" destId="{E2C08E58-D667-4CCF-B23D-20E333B9C50E}" srcOrd="0" destOrd="0" parTransId="{D736BDE9-B4E7-417B-86AD-01D96AACA9FE}" sibTransId="{1E6999D6-CF49-497F-ADC4-4C123656AD20}"/>
    <dgm:cxn modelId="{9216CB36-22C9-4DED-9E1B-2A8B7D987228}" type="presOf" srcId="{E2C08E58-D667-4CCF-B23D-20E333B9C50E}" destId="{56AE3F68-04B8-4072-8481-D8FE65A00DEE}" srcOrd="0" destOrd="0" presId="urn:microsoft.com/office/officeart/2018/2/layout/IconVerticalSolidList"/>
    <dgm:cxn modelId="{A419E444-F1F5-407B-B12C-81DE8A5C73D6}" srcId="{09DFE42E-4134-4475-8286-469F3CBCA1E1}" destId="{FD8EEC8E-0F02-4290-8CA4-57B1DA89B5FB}" srcOrd="2" destOrd="0" parTransId="{0BED03E2-745F-4E78-829E-A3ADAE449C68}" sibTransId="{B28A5ADA-69A5-469B-96FA-C66D8531E673}"/>
    <dgm:cxn modelId="{AAB7ED96-12C4-44A9-814E-37F7B6617536}" type="presOf" srcId="{3095C765-6A1C-4C18-A057-B44EB3FE5AF8}" destId="{5733F170-2B3B-4A00-A8F0-C618E5B6736D}" srcOrd="0" destOrd="0" presId="urn:microsoft.com/office/officeart/2018/2/layout/IconVerticalSolidList"/>
    <dgm:cxn modelId="{817318AA-A20C-4B3D-AD44-79A3C18082C8}" srcId="{09DFE42E-4134-4475-8286-469F3CBCA1E1}" destId="{3095C765-6A1C-4C18-A057-B44EB3FE5AF8}" srcOrd="1" destOrd="0" parTransId="{A0044748-59FF-4B17-AC75-4924FAFD7B99}" sibTransId="{D58265D7-08F8-4052-A867-1F55B0C62FDE}"/>
    <dgm:cxn modelId="{5EB644CB-3BE8-4E26-B7E7-7D9D44E06C40}" type="presOf" srcId="{09DFE42E-4134-4475-8286-469F3CBCA1E1}" destId="{47C0238F-7E52-4C66-ABDE-11863E473013}" srcOrd="0" destOrd="0" presId="urn:microsoft.com/office/officeart/2018/2/layout/IconVerticalSolidList"/>
    <dgm:cxn modelId="{324DF107-3294-4E13-ABD7-E442F87081D9}" type="presParOf" srcId="{47C0238F-7E52-4C66-ABDE-11863E473013}" destId="{E41DD08B-493D-4498-98A7-662C308AC8F7}" srcOrd="0" destOrd="0" presId="urn:microsoft.com/office/officeart/2018/2/layout/IconVerticalSolidList"/>
    <dgm:cxn modelId="{523B8663-82B1-47BA-B0CB-7C30D2060C15}" type="presParOf" srcId="{E41DD08B-493D-4498-98A7-662C308AC8F7}" destId="{8DFDCDE2-A82F-4BFD-BB0F-D24E56C75502}" srcOrd="0" destOrd="0" presId="urn:microsoft.com/office/officeart/2018/2/layout/IconVerticalSolidList"/>
    <dgm:cxn modelId="{ABD1457A-A1A3-4141-A3D2-6D07FB78D747}" type="presParOf" srcId="{E41DD08B-493D-4498-98A7-662C308AC8F7}" destId="{3B86AC76-EFAA-455E-AB11-228FF63B7777}" srcOrd="1" destOrd="0" presId="urn:microsoft.com/office/officeart/2018/2/layout/IconVerticalSolidList"/>
    <dgm:cxn modelId="{9F5C53A8-9C6F-493A-A8F6-F2A99B68C87C}" type="presParOf" srcId="{E41DD08B-493D-4498-98A7-662C308AC8F7}" destId="{97F11670-A436-46A6-817E-7AD267032207}" srcOrd="2" destOrd="0" presId="urn:microsoft.com/office/officeart/2018/2/layout/IconVerticalSolidList"/>
    <dgm:cxn modelId="{A48D740A-34AA-47C4-A624-16A759992D9D}" type="presParOf" srcId="{E41DD08B-493D-4498-98A7-662C308AC8F7}" destId="{56AE3F68-04B8-4072-8481-D8FE65A00DEE}" srcOrd="3" destOrd="0" presId="urn:microsoft.com/office/officeart/2018/2/layout/IconVerticalSolidList"/>
    <dgm:cxn modelId="{1E88A1B0-4D73-4737-B9B5-050EB17DF32E}" type="presParOf" srcId="{47C0238F-7E52-4C66-ABDE-11863E473013}" destId="{C16D6CDA-99E3-4398-8A41-ACD1256C2617}" srcOrd="1" destOrd="0" presId="urn:microsoft.com/office/officeart/2018/2/layout/IconVerticalSolidList"/>
    <dgm:cxn modelId="{9FA5F6A8-C0B8-442D-9476-DFBAF821B9BB}" type="presParOf" srcId="{47C0238F-7E52-4C66-ABDE-11863E473013}" destId="{67A362AA-1FA4-49BB-A181-DD709F1005E6}" srcOrd="2" destOrd="0" presId="urn:microsoft.com/office/officeart/2018/2/layout/IconVerticalSolidList"/>
    <dgm:cxn modelId="{F40C1E1D-4516-440E-B243-51AF6C4C5E33}" type="presParOf" srcId="{67A362AA-1FA4-49BB-A181-DD709F1005E6}" destId="{73335A9A-108B-4EFA-93E3-3D5989AB36C7}" srcOrd="0" destOrd="0" presId="urn:microsoft.com/office/officeart/2018/2/layout/IconVerticalSolidList"/>
    <dgm:cxn modelId="{5C74D9EE-CD62-46BD-8B49-1D30615B83A5}" type="presParOf" srcId="{67A362AA-1FA4-49BB-A181-DD709F1005E6}" destId="{91DA66D9-4454-479E-9044-9BA3A9583E44}" srcOrd="1" destOrd="0" presId="urn:microsoft.com/office/officeart/2018/2/layout/IconVerticalSolidList"/>
    <dgm:cxn modelId="{24FEAEA3-1309-4F73-9EE3-CD8AAC0A756B}" type="presParOf" srcId="{67A362AA-1FA4-49BB-A181-DD709F1005E6}" destId="{DA4E15B1-7EE0-43F3-8709-16761B3AEC46}" srcOrd="2" destOrd="0" presId="urn:microsoft.com/office/officeart/2018/2/layout/IconVerticalSolidList"/>
    <dgm:cxn modelId="{32FEB270-C61A-47A1-AAF9-00B4DB7C88C2}" type="presParOf" srcId="{67A362AA-1FA4-49BB-A181-DD709F1005E6}" destId="{5733F170-2B3B-4A00-A8F0-C618E5B6736D}" srcOrd="3" destOrd="0" presId="urn:microsoft.com/office/officeart/2018/2/layout/IconVerticalSolidList"/>
    <dgm:cxn modelId="{FC5D9446-3413-41ED-AB67-682F9FBF12B9}" type="presParOf" srcId="{47C0238F-7E52-4C66-ABDE-11863E473013}" destId="{9373E282-EE8A-40FC-8118-78E4609CBB40}" srcOrd="3" destOrd="0" presId="urn:microsoft.com/office/officeart/2018/2/layout/IconVerticalSolidList"/>
    <dgm:cxn modelId="{9F98E9C2-AC33-40A7-AABA-B455C3D683EE}" type="presParOf" srcId="{47C0238F-7E52-4C66-ABDE-11863E473013}" destId="{C945EBAB-FA39-452D-B9B4-364339F88FE6}" srcOrd="4" destOrd="0" presId="urn:microsoft.com/office/officeart/2018/2/layout/IconVerticalSolidList"/>
    <dgm:cxn modelId="{96703401-17FE-48E7-8D7E-998180D7580A}" type="presParOf" srcId="{C945EBAB-FA39-452D-B9B4-364339F88FE6}" destId="{62DD6896-ED93-450E-A9BA-0ADDBEE846A7}" srcOrd="0" destOrd="0" presId="urn:microsoft.com/office/officeart/2018/2/layout/IconVerticalSolidList"/>
    <dgm:cxn modelId="{AC6DE888-D826-4562-8A02-B9AE28E2AE8B}" type="presParOf" srcId="{C945EBAB-FA39-452D-B9B4-364339F88FE6}" destId="{58F438AD-EA79-4153-84E8-50CA1418CC06}" srcOrd="1" destOrd="0" presId="urn:microsoft.com/office/officeart/2018/2/layout/IconVerticalSolidList"/>
    <dgm:cxn modelId="{F7801CA5-D923-4297-A132-8AEAEBDC6E8E}" type="presParOf" srcId="{C945EBAB-FA39-452D-B9B4-364339F88FE6}" destId="{891D68BF-FE27-431A-A5EE-BD90D46FB87F}" srcOrd="2" destOrd="0" presId="urn:microsoft.com/office/officeart/2018/2/layout/IconVerticalSolidList"/>
    <dgm:cxn modelId="{A36B4D87-20E4-443E-82FF-DA27976798C9}" type="presParOf" srcId="{C945EBAB-FA39-452D-B9B4-364339F88FE6}" destId="{443609F9-B83A-42E5-9A45-AE53CA27608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414DA4-85F7-494D-9C53-01136DB36137}">
      <dsp:nvSpPr>
        <dsp:cNvPr id="0" name=""/>
        <dsp:cNvSpPr/>
      </dsp:nvSpPr>
      <dsp:spPr>
        <a:xfrm>
          <a:off x="2669328" y="325979"/>
          <a:ext cx="2196000" cy="2196000"/>
        </a:xfrm>
        <a:prstGeom prst="round2DiagRect">
          <a:avLst>
            <a:gd name="adj1" fmla="val 29727"/>
            <a:gd name="adj2" fmla="val 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465AD6-A10A-41BF-82D0-C5D03A151B03}">
      <dsp:nvSpPr>
        <dsp:cNvPr id="0" name=""/>
        <dsp:cNvSpPr/>
      </dsp:nvSpPr>
      <dsp:spPr>
        <a:xfrm>
          <a:off x="3137328" y="793979"/>
          <a:ext cx="1260000" cy="126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sq" cmpd="sng" algn="ctr">
          <a:noFill/>
          <a:prstDash val="solid"/>
        </a:ln>
        <a:effectLst/>
      </dsp:spPr>
      <dsp:style>
        <a:lnRef idx="2">
          <a:scrgbClr r="0" g="0" b="0"/>
        </a:lnRef>
        <a:fillRef idx="1">
          <a:scrgbClr r="0" g="0" b="0"/>
        </a:fillRef>
        <a:effectRef idx="0">
          <a:scrgbClr r="0" g="0" b="0"/>
        </a:effectRef>
        <a:fontRef idx="minor">
          <a:schemeClr val="lt1"/>
        </a:fontRef>
      </dsp:style>
    </dsp:sp>
    <dsp:sp modelId="{C9C3AB3E-C6C2-4A40-A669-5E06C303B307}">
      <dsp:nvSpPr>
        <dsp:cNvPr id="0" name=""/>
        <dsp:cNvSpPr/>
      </dsp:nvSpPr>
      <dsp:spPr>
        <a:xfrm>
          <a:off x="1967328" y="3205980"/>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89100">
            <a:lnSpc>
              <a:spcPct val="100000"/>
            </a:lnSpc>
            <a:spcBef>
              <a:spcPct val="0"/>
            </a:spcBef>
            <a:spcAft>
              <a:spcPct val="35000"/>
            </a:spcAft>
            <a:buNone/>
            <a:defRPr cap="all"/>
          </a:pPr>
          <a:r>
            <a:rPr lang="en-US" sz="3800" b="1" kern="1200"/>
            <a:t>Team NEURON</a:t>
          </a:r>
          <a:endParaRPr lang="en-US" sz="3800" kern="1200"/>
        </a:p>
      </dsp:txBody>
      <dsp:txXfrm>
        <a:off x="1967328" y="3205980"/>
        <a:ext cx="360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FDCDE2-A82F-4BFD-BB0F-D24E56C75502}">
      <dsp:nvSpPr>
        <dsp:cNvPr id="0" name=""/>
        <dsp:cNvSpPr/>
      </dsp:nvSpPr>
      <dsp:spPr>
        <a:xfrm>
          <a:off x="0" y="519"/>
          <a:ext cx="11457432" cy="12145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86AC76-EFAA-455E-AB11-228FF63B7777}">
      <dsp:nvSpPr>
        <dsp:cNvPr id="0" name=""/>
        <dsp:cNvSpPr/>
      </dsp:nvSpPr>
      <dsp:spPr>
        <a:xfrm>
          <a:off x="367401" y="273792"/>
          <a:ext cx="668002" cy="6680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sq" cmpd="sng" algn="ctr">
          <a:noFill/>
          <a:prstDash val="solid"/>
        </a:ln>
        <a:effectLst/>
      </dsp:spPr>
      <dsp:style>
        <a:lnRef idx="2">
          <a:scrgbClr r="0" g="0" b="0"/>
        </a:lnRef>
        <a:fillRef idx="1">
          <a:scrgbClr r="0" g="0" b="0"/>
        </a:fillRef>
        <a:effectRef idx="0">
          <a:scrgbClr r="0" g="0" b="0"/>
        </a:effectRef>
        <a:fontRef idx="minor">
          <a:schemeClr val="lt1"/>
        </a:fontRef>
      </dsp:style>
    </dsp:sp>
    <dsp:sp modelId="{56AE3F68-04B8-4072-8481-D8FE65A00DEE}">
      <dsp:nvSpPr>
        <dsp:cNvPr id="0" name=""/>
        <dsp:cNvSpPr/>
      </dsp:nvSpPr>
      <dsp:spPr>
        <a:xfrm>
          <a:off x="1402804" y="519"/>
          <a:ext cx="10054627" cy="1214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540" tIns="128540" rIns="128540" bIns="128540" numCol="1" spcCol="1270" anchor="ctr" anchorCtr="0">
          <a:noAutofit/>
        </a:bodyPr>
        <a:lstStyle/>
        <a:p>
          <a:pPr marL="0" lvl="0" indent="0" algn="l" defTabSz="1066800">
            <a:lnSpc>
              <a:spcPct val="90000"/>
            </a:lnSpc>
            <a:spcBef>
              <a:spcPct val="0"/>
            </a:spcBef>
            <a:spcAft>
              <a:spcPct val="35000"/>
            </a:spcAft>
            <a:buNone/>
          </a:pPr>
          <a:r>
            <a:rPr lang="en-US" sz="2400" kern="1200"/>
            <a:t>Retail enterprises receive a high volume of support and incident tickets from POS systems, payment platforms, inventory management systems, and customer service channels. </a:t>
          </a:r>
        </a:p>
      </dsp:txBody>
      <dsp:txXfrm>
        <a:off x="1402804" y="519"/>
        <a:ext cx="10054627" cy="1214549"/>
      </dsp:txXfrm>
    </dsp:sp>
    <dsp:sp modelId="{73335A9A-108B-4EFA-93E3-3D5989AB36C7}">
      <dsp:nvSpPr>
        <dsp:cNvPr id="0" name=""/>
        <dsp:cNvSpPr/>
      </dsp:nvSpPr>
      <dsp:spPr>
        <a:xfrm>
          <a:off x="0" y="1518705"/>
          <a:ext cx="11457432" cy="12145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DA66D9-4454-479E-9044-9BA3A9583E44}">
      <dsp:nvSpPr>
        <dsp:cNvPr id="0" name=""/>
        <dsp:cNvSpPr/>
      </dsp:nvSpPr>
      <dsp:spPr>
        <a:xfrm>
          <a:off x="367401" y="1791978"/>
          <a:ext cx="668002" cy="6680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sq" cmpd="sng" algn="ctr">
          <a:noFill/>
          <a:prstDash val="solid"/>
        </a:ln>
        <a:effectLst/>
      </dsp:spPr>
      <dsp:style>
        <a:lnRef idx="2">
          <a:scrgbClr r="0" g="0" b="0"/>
        </a:lnRef>
        <a:fillRef idx="1">
          <a:scrgbClr r="0" g="0" b="0"/>
        </a:fillRef>
        <a:effectRef idx="0">
          <a:scrgbClr r="0" g="0" b="0"/>
        </a:effectRef>
        <a:fontRef idx="minor">
          <a:schemeClr val="lt1"/>
        </a:fontRef>
      </dsp:style>
    </dsp:sp>
    <dsp:sp modelId="{5733F170-2B3B-4A00-A8F0-C618E5B6736D}">
      <dsp:nvSpPr>
        <dsp:cNvPr id="0" name=""/>
        <dsp:cNvSpPr/>
      </dsp:nvSpPr>
      <dsp:spPr>
        <a:xfrm>
          <a:off x="1402804" y="1518705"/>
          <a:ext cx="10054627" cy="1214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540" tIns="128540" rIns="128540" bIns="128540" numCol="1" spcCol="1270" anchor="ctr" anchorCtr="0">
          <a:noAutofit/>
        </a:bodyPr>
        <a:lstStyle/>
        <a:p>
          <a:pPr marL="0" lvl="0" indent="0" algn="l" defTabSz="1066800">
            <a:lnSpc>
              <a:spcPct val="90000"/>
            </a:lnSpc>
            <a:spcBef>
              <a:spcPct val="0"/>
            </a:spcBef>
            <a:spcAft>
              <a:spcPct val="35000"/>
            </a:spcAft>
            <a:buNone/>
          </a:pPr>
          <a:r>
            <a:rPr lang="en-US" sz="2400" kern="1200"/>
            <a:t>Manual ticket processing often leads to delayed resolution, inconsistent prioritization, and inefficient escalation workflows, adversely affecting operational efficiency and customer experience.</a:t>
          </a:r>
        </a:p>
      </dsp:txBody>
      <dsp:txXfrm>
        <a:off x="1402804" y="1518705"/>
        <a:ext cx="10054627" cy="1214549"/>
      </dsp:txXfrm>
    </dsp:sp>
    <dsp:sp modelId="{62DD6896-ED93-450E-A9BA-0ADDBEE846A7}">
      <dsp:nvSpPr>
        <dsp:cNvPr id="0" name=""/>
        <dsp:cNvSpPr/>
      </dsp:nvSpPr>
      <dsp:spPr>
        <a:xfrm>
          <a:off x="0" y="3036891"/>
          <a:ext cx="11457432" cy="121454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F438AD-EA79-4153-84E8-50CA1418CC06}">
      <dsp:nvSpPr>
        <dsp:cNvPr id="0" name=""/>
        <dsp:cNvSpPr/>
      </dsp:nvSpPr>
      <dsp:spPr>
        <a:xfrm>
          <a:off x="367401" y="3310165"/>
          <a:ext cx="668002" cy="6680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sq" cmpd="sng" algn="ctr">
          <a:noFill/>
          <a:prstDash val="solid"/>
        </a:ln>
        <a:effectLst/>
      </dsp:spPr>
      <dsp:style>
        <a:lnRef idx="2">
          <a:scrgbClr r="0" g="0" b="0"/>
        </a:lnRef>
        <a:fillRef idx="1">
          <a:scrgbClr r="0" g="0" b="0"/>
        </a:fillRef>
        <a:effectRef idx="0">
          <a:scrgbClr r="0" g="0" b="0"/>
        </a:effectRef>
        <a:fontRef idx="minor">
          <a:schemeClr val="lt1"/>
        </a:fontRef>
      </dsp:style>
    </dsp:sp>
    <dsp:sp modelId="{443609F9-B83A-42E5-9A45-AE53CA276080}">
      <dsp:nvSpPr>
        <dsp:cNvPr id="0" name=""/>
        <dsp:cNvSpPr/>
      </dsp:nvSpPr>
      <dsp:spPr>
        <a:xfrm>
          <a:off x="1402804" y="3036891"/>
          <a:ext cx="10054627" cy="1214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540" tIns="128540" rIns="128540" bIns="128540" numCol="1" spcCol="1270" anchor="ctr" anchorCtr="0">
          <a:noAutofit/>
        </a:bodyPr>
        <a:lstStyle/>
        <a:p>
          <a:pPr marL="0" lvl="0" indent="0" algn="l" defTabSz="1066800">
            <a:lnSpc>
              <a:spcPct val="90000"/>
            </a:lnSpc>
            <a:spcBef>
              <a:spcPct val="0"/>
            </a:spcBef>
            <a:spcAft>
              <a:spcPct val="35000"/>
            </a:spcAft>
            <a:buNone/>
          </a:pPr>
          <a:r>
            <a:rPr lang="en-US" sz="2400" kern="1200"/>
            <a:t>These challenges further increase response times, operational overhead, and the likelihood of SLA non-compliance.</a:t>
          </a:r>
        </a:p>
      </dsp:txBody>
      <dsp:txXfrm>
        <a:off x="1402804" y="3036891"/>
        <a:ext cx="10054627" cy="1214549"/>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t>5/25/2026</a:t>
            </a:fld>
            <a:endParaRPr lang="en-US"/>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t>‹#›</a:t>
            </a:fld>
            <a:endParaRPr lang="en-US"/>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6C0D1-008B-C245-AF1E-F6ADA8BEAF3C}" type="datetimeFigureOut">
              <a:rPr lang="en-US" smtClean="0"/>
              <a:t>5/25/2026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B8535-DC0F-AF47-A510-8461A80C06B7}" type="slidenum">
              <a:rPr lang="en-US" smtClean="0"/>
              <a:t>‹#›</a:t>
            </a:fld>
            <a:endParaRPr lang="en-US"/>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1CB8535-DC0F-AF47-A510-8461A80C06B7}" type="slidenum">
              <a:rPr lang="en-US" smtClean="0"/>
              <a:t>1</a:t>
            </a:fld>
            <a:endParaRPr lang="en-US"/>
          </a:p>
        </p:txBody>
      </p:sp>
    </p:spTree>
    <p:extLst>
      <p:ext uri="{BB962C8B-B14F-4D97-AF65-F5344CB8AC3E}">
        <p14:creationId xmlns:p14="http://schemas.microsoft.com/office/powerpoint/2010/main" val="1197377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hyperlink" Target="https://www.facebook.com/USTGlobal" TargetMode="External"/><Relationship Id="rId2" Type="http://schemas.openxmlformats.org/officeDocument/2006/relationships/hyperlink" Target="http://www.linkedin.com/company/ust-global" TargetMode="External"/><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hyperlink" Target="http://www.youtube.com/ustglobalweb" TargetMode="External"/><Relationship Id="rId4" Type="http://schemas.openxmlformats.org/officeDocument/2006/relationships/hyperlink" Target="https://twitter.com/USTGlobal" TargetMode="Externa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1702053" y="1585468"/>
            <a:ext cx="8686800" cy="2105012"/>
          </a:xfrm>
        </p:spPr>
        <p:txBody>
          <a:bodyPr anchor="b" anchorCtr="0"/>
          <a:lstStyle>
            <a:lvl1pPr algn="l">
              <a:defRPr sz="48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12860019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6546" userDrawn="1">
          <p15:clr>
            <a:srgbClr val="FBAE40"/>
          </p15:clr>
        </p15:guide>
        <p15:guide id="3" orient="horz" pos="776" userDrawn="1">
          <p15:clr>
            <a:srgbClr val="FBAE40"/>
          </p15:clr>
        </p15:guide>
        <p15:guide id="4" pos="74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1">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564612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2">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11773112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rporate Factsheet">
    <p:bg>
      <p:bgRef idx="1001">
        <a:schemeClr val="bg2"/>
      </p:bgRef>
    </p:bg>
    <p:spTree>
      <p:nvGrpSpPr>
        <p:cNvPr id="1" name=""/>
        <p:cNvGrpSpPr/>
        <p:nvPr/>
      </p:nvGrpSpPr>
      <p:grpSpPr>
        <a:xfrm>
          <a:off x="0" y="0"/>
          <a:ext cx="0" cy="0"/>
          <a:chOff x="0" y="0"/>
          <a:chExt cx="0" cy="0"/>
        </a:xfrm>
      </p:grpSpPr>
      <p:sp>
        <p:nvSpPr>
          <p:cNvPr id="3" name="Text">
            <a:extLst>
              <a:ext uri="{FF2B5EF4-FFF2-40B4-BE49-F238E27FC236}">
                <a16:creationId xmlns:a16="http://schemas.microsoft.com/office/drawing/2014/main" id="{A0CB00BB-E975-8547-9DD4-8C2702FDE56A}"/>
              </a:ext>
            </a:extLst>
          </p:cNvPr>
          <p:cNvSpPr txBox="1"/>
          <p:nvPr userDrawn="1"/>
        </p:nvSpPr>
        <p:spPr>
          <a:xfrm>
            <a:off x="365759" y="365760"/>
            <a:ext cx="7318951" cy="1188720"/>
          </a:xfrm>
          <a:prstGeom prst="rect">
            <a:avLst/>
          </a:prstGeom>
          <a:noFill/>
        </p:spPr>
        <p:txBody>
          <a:bodyPr wrap="square" lIns="0" tIns="0" rIns="0" bIns="0" rtlCol="0">
            <a:noAutofit/>
          </a:bodyPr>
          <a:lstStyle/>
          <a:p>
            <a:pPr>
              <a:lnSpc>
                <a:spcPct val="95000"/>
              </a:lnSpc>
              <a:buSzPct val="100000"/>
            </a:pPr>
            <a:r>
              <a:rPr lang="en-US" sz="3200" b="1"/>
              <a:t>Who we are</a:t>
            </a:r>
          </a:p>
        </p:txBody>
      </p:sp>
      <p:graphicFrame>
        <p:nvGraphicFramePr>
          <p:cNvPr id="5" name="Table">
            <a:extLst>
              <a:ext uri="{FF2B5EF4-FFF2-40B4-BE49-F238E27FC236}">
                <a16:creationId xmlns:a16="http://schemas.microsoft.com/office/drawing/2014/main" id="{FDD9A781-AAB3-1F4F-B85C-5BAB8117F4EB}"/>
              </a:ext>
            </a:extLst>
          </p:cNvPr>
          <p:cNvGraphicFramePr>
            <a:graphicFrameLocks noGrp="1"/>
          </p:cNvGraphicFramePr>
          <p:nvPr userDrawn="1">
            <p:extLst>
              <p:ext uri="{D42A27DB-BD31-4B8C-83A1-F6EECF244321}">
                <p14:modId xmlns:p14="http://schemas.microsoft.com/office/powerpoint/2010/main" val="1395544995"/>
              </p:ext>
            </p:extLst>
          </p:nvPr>
        </p:nvGraphicFramePr>
        <p:xfrm>
          <a:off x="365758" y="1554480"/>
          <a:ext cx="4724638" cy="2340864"/>
        </p:xfrm>
        <a:graphic>
          <a:graphicData uri="http://schemas.openxmlformats.org/drawingml/2006/table">
            <a:tbl>
              <a:tblPr>
                <a:tableStyleId>{2D5ABB26-0587-4C30-8999-92F81FD0307C}</a:tableStyleId>
              </a:tblPr>
              <a:tblGrid>
                <a:gridCol w="4724638">
                  <a:extLst>
                    <a:ext uri="{9D8B030D-6E8A-4147-A177-3AD203B41FA5}">
                      <a16:colId xmlns:a16="http://schemas.microsoft.com/office/drawing/2014/main" val="2301779111"/>
                    </a:ext>
                  </a:extLst>
                </a:gridCol>
              </a:tblGrid>
              <a:tr h="879476">
                <a:tc>
                  <a:txBody>
                    <a:bodyPr/>
                    <a:lstStyle/>
                    <a:p>
                      <a:pPr>
                        <a:lnSpc>
                          <a:spcPct val="80000"/>
                        </a:lnSpc>
                      </a:pPr>
                      <a:r>
                        <a:rPr lang="en-US" sz="9600" spc="-100" baseline="0"/>
                        <a:t>Impact</a:t>
                      </a:r>
                    </a:p>
                    <a:p>
                      <a:pPr>
                        <a:lnSpc>
                          <a:spcPct val="80000"/>
                        </a:lnSpc>
                      </a:pPr>
                      <a:r>
                        <a:rPr lang="en-US" sz="9600" spc="-100" baseline="0"/>
                        <a:t>unbound</a:t>
                      </a:r>
                    </a:p>
                  </a:txBody>
                  <a:tcPr marL="0" marR="0" marT="0" marB="0"/>
                </a:tc>
                <a:extLst>
                  <a:ext uri="{0D108BD9-81ED-4DB2-BD59-A6C34878D82A}">
                    <a16:rowId xmlns:a16="http://schemas.microsoft.com/office/drawing/2014/main" val="2389767732"/>
                  </a:ext>
                </a:extLst>
              </a:tr>
            </a:tbl>
          </a:graphicData>
        </a:graphic>
      </p:graphicFrame>
      <p:sp>
        <p:nvSpPr>
          <p:cNvPr id="6" name="Rectangle">
            <a:extLst>
              <a:ext uri="{FF2B5EF4-FFF2-40B4-BE49-F238E27FC236}">
                <a16:creationId xmlns:a16="http://schemas.microsoft.com/office/drawing/2014/main" id="{301406CB-2148-E947-9390-7E9AA616ECB1}"/>
              </a:ext>
            </a:extLst>
          </p:cNvPr>
          <p:cNvSpPr/>
          <p:nvPr userDrawn="1"/>
        </p:nvSpPr>
        <p:spPr>
          <a:xfrm>
            <a:off x="1816100" y="4023360"/>
            <a:ext cx="2478659" cy="2059940"/>
          </a:xfrm>
          <a:prstGeom prst="rect">
            <a:avLst/>
          </a:prstGeom>
          <a:solidFill>
            <a:srgbClr val="006E74"/>
          </a:solidFill>
          <a:ln>
            <a:noFill/>
          </a:ln>
        </p:spPr>
        <p:style>
          <a:lnRef idx="0">
            <a:schemeClr val="accent1"/>
          </a:lnRef>
          <a:fillRef idx="1">
            <a:schemeClr val="accent1"/>
          </a:fillRef>
          <a:effectRef idx="0">
            <a:srgbClr val="000000"/>
          </a:effectRef>
          <a:fontRef idx="minor">
            <a:schemeClr val="bg1"/>
          </a:fontRef>
        </p:style>
        <p:txBody>
          <a:bodyPr lIns="274320" tIns="91440" bIns="91440" rtlCol="0" anchor="ctr" anchorCtr="0"/>
          <a:lstStyle/>
          <a:p>
            <a:r>
              <a:rPr lang="en-US"/>
              <a:t>Transforming the world's best companies through the power of technology.</a:t>
            </a:r>
          </a:p>
        </p:txBody>
      </p:sp>
      <p:grpSp>
        <p:nvGrpSpPr>
          <p:cNvPr id="7" name="Group">
            <a:extLst>
              <a:ext uri="{FF2B5EF4-FFF2-40B4-BE49-F238E27FC236}">
                <a16:creationId xmlns:a16="http://schemas.microsoft.com/office/drawing/2014/main" id="{73E17E7C-7BE8-4C48-80C8-1EFDE1F20B86}"/>
              </a:ext>
            </a:extLst>
          </p:cNvPr>
          <p:cNvGrpSpPr/>
          <p:nvPr userDrawn="1"/>
        </p:nvGrpSpPr>
        <p:grpSpPr>
          <a:xfrm>
            <a:off x="5611672" y="-1"/>
            <a:ext cx="5489145" cy="6858001"/>
            <a:chOff x="5611672" y="-1"/>
            <a:chExt cx="5489145" cy="6858001"/>
          </a:xfrm>
        </p:grpSpPr>
        <p:cxnSp>
          <p:nvCxnSpPr>
            <p:cNvPr id="8" name="Line">
              <a:extLst>
                <a:ext uri="{FF2B5EF4-FFF2-40B4-BE49-F238E27FC236}">
                  <a16:creationId xmlns:a16="http://schemas.microsoft.com/office/drawing/2014/main" id="{DF5BABAE-BBAB-2144-B34B-0BA7DE7A83FB}"/>
                </a:ext>
              </a:extLst>
            </p:cNvPr>
            <p:cNvCxnSpPr>
              <a:cxnSpLocks/>
            </p:cNvCxnSpPr>
            <p:nvPr/>
          </p:nvCxnSpPr>
          <p:spPr>
            <a:xfrm>
              <a:off x="7900416" y="-1"/>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9" name="Text">
              <a:extLst>
                <a:ext uri="{FF2B5EF4-FFF2-40B4-BE49-F238E27FC236}">
                  <a16:creationId xmlns:a16="http://schemas.microsoft.com/office/drawing/2014/main" id="{F797171B-92E3-7C4D-99EA-F8D05B4C8945}"/>
                </a:ext>
              </a:extLst>
            </p:cNvPr>
            <p:cNvSpPr txBox="1"/>
            <p:nvPr/>
          </p:nvSpPr>
          <p:spPr>
            <a:xfrm>
              <a:off x="7900416" y="868679"/>
              <a:ext cx="3200400" cy="1054099"/>
            </a:xfrm>
            <a:prstGeom prst="rect">
              <a:avLst/>
            </a:prstGeom>
            <a:noFill/>
          </p:spPr>
          <p:txBody>
            <a:bodyPr wrap="square" lIns="0" tIns="0" rIns="0" bIns="0" rtlCol="0" anchor="ctr" anchorCtr="0">
              <a:noAutofit/>
            </a:bodyPr>
            <a:lstStyle/>
            <a:p>
              <a:pPr>
                <a:spcAft>
                  <a:spcPts val="300"/>
                </a:spcAft>
                <a:buSzPct val="100000"/>
              </a:pPr>
              <a:r>
                <a:rPr lang="en-US" sz="1000" b="1"/>
                <a:t>Our history</a:t>
              </a:r>
            </a:p>
            <a:p>
              <a:pPr>
                <a:spcBef>
                  <a:spcPts val="300"/>
                </a:spcBef>
                <a:buSzPct val="100000"/>
              </a:pPr>
              <a:r>
                <a:rPr lang="en-US" sz="1000"/>
                <a:t>Born digital in 1999</a:t>
              </a:r>
            </a:p>
            <a:p>
              <a:pPr>
                <a:spcBef>
                  <a:spcPts val="300"/>
                </a:spcBef>
                <a:buSzPct val="100000"/>
              </a:pPr>
              <a:r>
                <a:rPr lang="en-US" sz="1000"/>
                <a:t>HQ. Orange County, CA</a:t>
              </a:r>
            </a:p>
            <a:p>
              <a:pPr>
                <a:spcBef>
                  <a:spcPts val="300"/>
                </a:spcBef>
                <a:buSzPct val="100000"/>
              </a:pPr>
              <a:r>
                <a:rPr lang="en-US" sz="1000"/>
                <a:t>30,000⁺ employees</a:t>
              </a:r>
            </a:p>
            <a:p>
              <a:pPr>
                <a:spcBef>
                  <a:spcPts val="300"/>
                </a:spcBef>
                <a:buSzPct val="100000"/>
              </a:pPr>
              <a:r>
                <a:rPr lang="en-US" sz="1000"/>
                <a:t>160⁺ global 1000 clients</a:t>
              </a:r>
            </a:p>
          </p:txBody>
        </p:sp>
        <p:cxnSp>
          <p:nvCxnSpPr>
            <p:cNvPr id="10" name="Line">
              <a:extLst>
                <a:ext uri="{FF2B5EF4-FFF2-40B4-BE49-F238E27FC236}">
                  <a16:creationId xmlns:a16="http://schemas.microsoft.com/office/drawing/2014/main" id="{37B56125-9A27-864F-B63E-01B8C04224E5}"/>
                </a:ext>
              </a:extLst>
            </p:cNvPr>
            <p:cNvCxnSpPr>
              <a:cxnSpLocks/>
            </p:cNvCxnSpPr>
            <p:nvPr/>
          </p:nvCxnSpPr>
          <p:spPr>
            <a:xfrm flipH="1">
              <a:off x="7900415" y="1922778"/>
              <a:ext cx="2" cy="47443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
              <a:extLst>
                <a:ext uri="{FF2B5EF4-FFF2-40B4-BE49-F238E27FC236}">
                  <a16:creationId xmlns:a16="http://schemas.microsoft.com/office/drawing/2014/main" id="{FCB43F01-E21E-C640-832F-7667C0320EF5}"/>
                </a:ext>
              </a:extLst>
            </p:cNvPr>
            <p:cNvSpPr txBox="1"/>
            <p:nvPr/>
          </p:nvSpPr>
          <p:spPr>
            <a:xfrm>
              <a:off x="5611672" y="2515869"/>
              <a:ext cx="2288743" cy="1508760"/>
            </a:xfrm>
            <a:prstGeom prst="rect">
              <a:avLst/>
            </a:prstGeom>
            <a:noFill/>
          </p:spPr>
          <p:txBody>
            <a:bodyPr wrap="square" lIns="0" tIns="0" rIns="0" bIns="0" rtlCol="0" anchor="ctr" anchorCtr="0">
              <a:noAutofit/>
            </a:bodyPr>
            <a:lstStyle/>
            <a:p>
              <a:pPr algn="r">
                <a:spcAft>
                  <a:spcPts val="300"/>
                </a:spcAft>
                <a:buSzPct val="100000"/>
              </a:pPr>
              <a:r>
                <a:rPr lang="en-US" sz="1000" b="1"/>
                <a:t>Industry verticals</a:t>
              </a:r>
            </a:p>
            <a:p>
              <a:pPr algn="r">
                <a:spcBef>
                  <a:spcPts val="300"/>
                </a:spcBef>
                <a:buSzPct val="100000"/>
              </a:pPr>
              <a:r>
                <a:rPr lang="en-US" sz="1000"/>
                <a:t>Financial Services</a:t>
              </a:r>
            </a:p>
            <a:p>
              <a:pPr algn="r">
                <a:spcBef>
                  <a:spcPts val="300"/>
                </a:spcBef>
                <a:buSzPct val="100000"/>
              </a:pPr>
              <a:r>
                <a:rPr lang="en-US" sz="1000"/>
                <a:t>Healthcare</a:t>
              </a:r>
            </a:p>
            <a:p>
              <a:pPr algn="r">
                <a:spcBef>
                  <a:spcPts val="300"/>
                </a:spcBef>
                <a:buSzPct val="100000"/>
              </a:pPr>
              <a:r>
                <a:rPr lang="en-US" sz="1000"/>
                <a:t>Retail &amp; CPG</a:t>
              </a:r>
            </a:p>
            <a:p>
              <a:pPr algn="r">
                <a:spcBef>
                  <a:spcPts val="300"/>
                </a:spcBef>
                <a:buSzPct val="100000"/>
              </a:pPr>
              <a:r>
                <a:rPr lang="en-US" sz="1000"/>
                <a:t>Manufacturing</a:t>
              </a:r>
            </a:p>
            <a:p>
              <a:pPr algn="r">
                <a:spcBef>
                  <a:spcPts val="300"/>
                </a:spcBef>
                <a:buSzPct val="100000"/>
              </a:pPr>
              <a:r>
                <a:rPr lang="en-US" sz="1000"/>
                <a:t>Technology, Media &amp; Telecom</a:t>
              </a:r>
            </a:p>
            <a:p>
              <a:pPr algn="r">
                <a:spcBef>
                  <a:spcPts val="300"/>
                </a:spcBef>
                <a:buSzPct val="100000"/>
              </a:pPr>
              <a:r>
                <a:rPr lang="en-US" sz="1000"/>
                <a:t>Semiconductor</a:t>
              </a:r>
            </a:p>
            <a:p>
              <a:pPr algn="r">
                <a:spcBef>
                  <a:spcPts val="300"/>
                </a:spcBef>
                <a:buSzPct val="100000"/>
              </a:pPr>
              <a:r>
                <a:rPr lang="en-US" sz="1000"/>
                <a:t>Public Sector</a:t>
              </a:r>
            </a:p>
          </p:txBody>
        </p:sp>
        <p:cxnSp>
          <p:nvCxnSpPr>
            <p:cNvPr id="12" name="Line">
              <a:extLst>
                <a:ext uri="{FF2B5EF4-FFF2-40B4-BE49-F238E27FC236}">
                  <a16:creationId xmlns:a16="http://schemas.microsoft.com/office/drawing/2014/main" id="{4EA3ACE4-7F44-B043-A746-A76826D9D641}"/>
                </a:ext>
              </a:extLst>
            </p:cNvPr>
            <p:cNvCxnSpPr>
              <a:cxnSpLocks/>
            </p:cNvCxnSpPr>
            <p:nvPr/>
          </p:nvCxnSpPr>
          <p:spPr>
            <a:xfrm>
              <a:off x="7900416" y="4127157"/>
              <a:ext cx="0" cy="49056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3" name="Text">
              <a:extLst>
                <a:ext uri="{FF2B5EF4-FFF2-40B4-BE49-F238E27FC236}">
                  <a16:creationId xmlns:a16="http://schemas.microsoft.com/office/drawing/2014/main" id="{679C62A1-7F75-E34D-8087-47017D45EF0B}"/>
                </a:ext>
              </a:extLst>
            </p:cNvPr>
            <p:cNvSpPr txBox="1"/>
            <p:nvPr/>
          </p:nvSpPr>
          <p:spPr>
            <a:xfrm>
              <a:off x="7900417" y="4615181"/>
              <a:ext cx="3200400" cy="1374139"/>
            </a:xfrm>
            <a:prstGeom prst="rect">
              <a:avLst/>
            </a:prstGeom>
            <a:noFill/>
          </p:spPr>
          <p:txBody>
            <a:bodyPr wrap="square" lIns="0" tIns="0" rIns="0" bIns="0" rtlCol="0" anchor="ctr" anchorCtr="0">
              <a:noAutofit/>
            </a:bodyPr>
            <a:lstStyle/>
            <a:p>
              <a:pPr>
                <a:spcAft>
                  <a:spcPts val="300"/>
                </a:spcAft>
                <a:buSzPct val="100000"/>
              </a:pPr>
              <a:r>
                <a:rPr lang="en-US" sz="1000" b="1"/>
                <a:t>Global presence</a:t>
              </a:r>
            </a:p>
            <a:p>
              <a:pPr>
                <a:spcBef>
                  <a:spcPts val="300"/>
                </a:spcBef>
                <a:buSzPct val="100000"/>
              </a:pPr>
              <a:r>
                <a:rPr lang="en-US" sz="1000"/>
                <a:t>30</a:t>
              </a:r>
              <a:r>
                <a:rPr lang="en-US" sz="1000" baseline="30000"/>
                <a:t>+</a:t>
              </a:r>
              <a:r>
                <a:rPr lang="en-US" sz="1000"/>
                <a:t> countries</a:t>
              </a:r>
            </a:p>
            <a:p>
              <a:pPr>
                <a:spcBef>
                  <a:spcPts val="300"/>
                </a:spcBef>
                <a:buSzPct val="100000"/>
              </a:pPr>
              <a:r>
                <a:rPr lang="en-US" sz="1000"/>
                <a:t>79 offices worldwide</a:t>
              </a:r>
            </a:p>
            <a:p>
              <a:pPr>
                <a:spcBef>
                  <a:spcPts val="300"/>
                </a:spcBef>
                <a:buSzPct val="100000"/>
              </a:pPr>
              <a:r>
                <a:rPr lang="en-US" sz="1000"/>
                <a:t>USA, Canada, India, Malaysia, Singapore, Philippines, China, Taiwan, Australia, Israel, England, Bulgaria, France, Germany, Portugal, Poland, Spain, Mexico</a:t>
              </a:r>
            </a:p>
          </p:txBody>
        </p:sp>
        <p:cxnSp>
          <p:nvCxnSpPr>
            <p:cNvPr id="14" name="Line">
              <a:extLst>
                <a:ext uri="{FF2B5EF4-FFF2-40B4-BE49-F238E27FC236}">
                  <a16:creationId xmlns:a16="http://schemas.microsoft.com/office/drawing/2014/main" id="{CCD82F03-BAC0-F546-8719-87E64DDBA3A9}"/>
                </a:ext>
              </a:extLst>
            </p:cNvPr>
            <p:cNvCxnSpPr>
              <a:cxnSpLocks/>
            </p:cNvCxnSpPr>
            <p:nvPr/>
          </p:nvCxnSpPr>
          <p:spPr>
            <a:xfrm>
              <a:off x="7900416" y="5989320"/>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grpSp>
    </p:spTree>
    <p:extLst>
      <p:ext uri="{BB962C8B-B14F-4D97-AF65-F5344CB8AC3E}">
        <p14:creationId xmlns:p14="http://schemas.microsoft.com/office/powerpoint/2010/main" val="20042205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3832" userDrawn="1">
          <p15:clr>
            <a:srgbClr val="FBAE40"/>
          </p15:clr>
        </p15:guide>
        <p15:guide id="3" orient="horz" pos="4148" userDrawn="1">
          <p15:clr>
            <a:srgbClr val="FBAE40"/>
          </p15:clr>
        </p15:guide>
        <p15:guide id="4" orient="horz" pos="115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Worldwide office locations Updated">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a:solidFill>
                  <a:schemeClr val="tx1"/>
                </a:solidFill>
              </a:rPr>
              <a:t>Engineering change </a:t>
            </a:r>
            <a:br>
              <a:rPr lang="en-US">
                <a:solidFill>
                  <a:schemeClr val="tx1"/>
                </a:solidFill>
              </a:rPr>
            </a:br>
            <a:r>
              <a:rPr lang="en-US">
                <a:solidFill>
                  <a:schemeClr val="tx1"/>
                </a:solidFill>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userDrawn="1"/>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t>*To see a list of all offices, visit </a:t>
            </a:r>
            <a:r>
              <a:rPr lang="en-US" sz="1050" b="1" i="0" u="sng"/>
              <a:t>ust.com</a:t>
            </a:r>
          </a:p>
        </p:txBody>
      </p:sp>
      <p:grpSp>
        <p:nvGrpSpPr>
          <p:cNvPr id="57" name="Group 56">
            <a:extLst>
              <a:ext uri="{FF2B5EF4-FFF2-40B4-BE49-F238E27FC236}">
                <a16:creationId xmlns:a16="http://schemas.microsoft.com/office/drawing/2014/main" id="{92B132C5-CC10-412E-AD94-F36D86E5AF4B}"/>
              </a:ext>
            </a:extLst>
          </p:cNvPr>
          <p:cNvGrpSpPr/>
          <p:nvPr userDrawn="1"/>
        </p:nvGrpSpPr>
        <p:grpSpPr>
          <a:xfrm>
            <a:off x="365125" y="5468863"/>
            <a:ext cx="2034161" cy="402342"/>
            <a:chOff x="505022" y="1208296"/>
            <a:chExt cx="2034161"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801501" cy="153888"/>
            </a:xfrm>
            <a:prstGeom prst="rect">
              <a:avLst/>
            </a:prstGeom>
            <a:noFill/>
          </p:spPr>
          <p:txBody>
            <a:bodyPr wrap="none" lIns="0" tIns="0" rIns="0" bIns="0" rtlCol="0">
              <a:spAutoFit/>
            </a:bodyPr>
            <a:lstStyle/>
            <a:p>
              <a:pPr>
                <a:lnSpc>
                  <a:spcPct val="100000"/>
                </a:lnSpc>
                <a:spcBef>
                  <a:spcPts val="1200"/>
                </a:spcBef>
                <a:buSzPct val="100000"/>
              </a:pPr>
              <a:r>
                <a:rPr lang="en-GB" sz="1000"/>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763303" cy="153888"/>
            </a:xfrm>
            <a:prstGeom prst="rect">
              <a:avLst/>
            </a:prstGeom>
            <a:noFill/>
          </p:spPr>
          <p:txBody>
            <a:bodyPr wrap="none" lIns="0" tIns="0" rIns="0" bIns="0" rtlCol="0">
              <a:spAutoFit/>
            </a:bodyPr>
            <a:lstStyle/>
            <a:p>
              <a:pPr>
                <a:lnSpc>
                  <a:spcPct val="100000"/>
                </a:lnSpc>
                <a:spcBef>
                  <a:spcPts val="1200"/>
                </a:spcBef>
                <a:buSzPct val="100000"/>
              </a:pPr>
              <a:r>
                <a:rPr lang="en-GB" sz="1000"/>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userDrawn="1"/>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64" name="Rectangle 63">
            <a:extLst>
              <a:ext uri="{FF2B5EF4-FFF2-40B4-BE49-F238E27FC236}">
                <a16:creationId xmlns:a16="http://schemas.microsoft.com/office/drawing/2014/main" id="{30934E2A-55C6-4E66-A9D0-72BE32B65200}"/>
              </a:ext>
            </a:extLst>
          </p:cNvPr>
          <p:cNvSpPr>
            <a:spLocks/>
          </p:cNvSpPr>
          <p:nvPr userDrawn="1"/>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rial"/>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a:ln>
                <a:noFill/>
              </a:ln>
              <a:effectLst/>
              <a:uLnTx/>
              <a:uFillTx/>
              <a:latin typeface="Arial"/>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userDrawn="1"/>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a:ln>
                  <a:noFill/>
                </a:ln>
                <a:effectLst/>
                <a:uLnTx/>
                <a:uFillTx/>
                <a:latin typeface="Arial"/>
                <a:ea typeface="Calibri" panose="020F0502020204030204" pitchFamily="34" charset="0"/>
                <a:cs typeface="+mn-cs"/>
              </a:rPr>
              <a:t>43% of our global footprint is LEED Gold Certified</a:t>
            </a:r>
            <a:endParaRPr kumimoji="0" lang="en-IN" sz="1000" i="0" u="none" strike="noStrike" kern="1200" cap="none" spc="0" normalizeH="0" baseline="0" noProof="0">
              <a:ln>
                <a:noFill/>
              </a:ln>
              <a:effectLst/>
              <a:uLnTx/>
              <a:uFillTx/>
              <a:latin typeface="Arial"/>
              <a:ea typeface="Calibri" panose="020F0502020204030204" pitchFamily="34" charset="0"/>
              <a:cs typeface="+mn-cs"/>
            </a:endParaRPr>
          </a:p>
        </p:txBody>
      </p:sp>
      <p:grpSp>
        <p:nvGrpSpPr>
          <p:cNvPr id="69" name="Group 68">
            <a:extLst>
              <a:ext uri="{FF2B5EF4-FFF2-40B4-BE49-F238E27FC236}">
                <a16:creationId xmlns:a16="http://schemas.microsoft.com/office/drawing/2014/main" id="{9E173899-FC7B-4BE3-9BC7-53C15B03EB64}"/>
              </a:ext>
            </a:extLst>
          </p:cNvPr>
          <p:cNvGrpSpPr/>
          <p:nvPr userDrawn="1"/>
        </p:nvGrpSpPr>
        <p:grpSpPr>
          <a:xfrm>
            <a:off x="2723182" y="1005421"/>
            <a:ext cx="9173580" cy="5426020"/>
            <a:chOff x="3447574" y="1191787"/>
            <a:chExt cx="8462652" cy="5005520"/>
          </a:xfrm>
        </p:grpSpPr>
        <p:grpSp>
          <p:nvGrpSpPr>
            <p:cNvPr id="113" name="Group 112">
              <a:extLst>
                <a:ext uri="{FF2B5EF4-FFF2-40B4-BE49-F238E27FC236}">
                  <a16:creationId xmlns:a16="http://schemas.microsoft.com/office/drawing/2014/main" id="{670F5184-1207-4E50-B56B-BBB5EB582EDF}"/>
                </a:ext>
              </a:extLst>
            </p:cNvPr>
            <p:cNvGrpSpPr/>
            <p:nvPr/>
          </p:nvGrpSpPr>
          <p:grpSpPr>
            <a:xfrm>
              <a:off x="3447574" y="2435709"/>
              <a:ext cx="8462652" cy="3761598"/>
              <a:chOff x="3447574" y="2435709"/>
              <a:chExt cx="8462652" cy="3761598"/>
            </a:xfrm>
          </p:grpSpPr>
          <p:sp>
            <p:nvSpPr>
              <p:cNvPr id="169" name="TextBox 168">
                <a:extLst>
                  <a:ext uri="{FF2B5EF4-FFF2-40B4-BE49-F238E27FC236}">
                    <a16:creationId xmlns:a16="http://schemas.microsoft.com/office/drawing/2014/main" id="{AD517FE9-7440-47D0-AB67-DEA0D347D467}"/>
                  </a:ext>
                </a:extLst>
              </p:cNvPr>
              <p:cNvSpPr txBox="1"/>
              <p:nvPr/>
            </p:nvSpPr>
            <p:spPr>
              <a:xfrm>
                <a:off x="3447574" y="2435709"/>
                <a:ext cx="1104645" cy="3659969"/>
              </a:xfrm>
              <a:prstGeom prst="rect">
                <a:avLst/>
              </a:prstGeom>
              <a:noFill/>
            </p:spPr>
            <p:txBody>
              <a:bodyPr wrap="none" lIns="0" tIns="0" rIns="0" bIns="0" rtlCol="0">
                <a:spAutoFit/>
              </a:bodyPr>
              <a:lstStyle/>
              <a:p>
                <a:pPr>
                  <a:lnSpc>
                    <a:spcPct val="110000"/>
                  </a:lnSpc>
                  <a:spcAft>
                    <a:spcPts val="100"/>
                  </a:spcAft>
                  <a:buSzPct val="100000"/>
                </a:pPr>
                <a:r>
                  <a:rPr lang="en-US" sz="1000" b="1"/>
                  <a:t>AMERICAS</a:t>
                </a:r>
              </a:p>
              <a:p>
                <a:pPr>
                  <a:lnSpc>
                    <a:spcPct val="110000"/>
                  </a:lnSpc>
                  <a:spcAft>
                    <a:spcPts val="100"/>
                  </a:spcAft>
                  <a:buSzPct val="100000"/>
                </a:pPr>
                <a:r>
                  <a:rPr lang="en-US" sz="1000">
                    <a:solidFill>
                      <a:schemeClr val="accent6"/>
                    </a:solidFill>
                  </a:rPr>
                  <a:t>Global HQ – Orange </a:t>
                </a:r>
                <a:br>
                  <a:rPr lang="en-US" sz="1000">
                    <a:solidFill>
                      <a:schemeClr val="accent6"/>
                    </a:solidFill>
                  </a:rPr>
                </a:br>
                <a:r>
                  <a:rPr lang="en-US" sz="1000">
                    <a:solidFill>
                      <a:schemeClr val="accent6"/>
                    </a:solidFill>
                  </a:rPr>
                  <a:t>County, CA</a:t>
                </a:r>
              </a:p>
              <a:p>
                <a:pPr>
                  <a:lnSpc>
                    <a:spcPct val="110000"/>
                  </a:lnSpc>
                  <a:spcAft>
                    <a:spcPts val="100"/>
                  </a:spcAft>
                  <a:buSzPct val="100000"/>
                </a:pPr>
                <a:r>
                  <a:rPr lang="en-US" sz="1000"/>
                  <a:t>Bentonville, AR</a:t>
                </a:r>
              </a:p>
              <a:p>
                <a:pPr>
                  <a:lnSpc>
                    <a:spcPct val="110000"/>
                  </a:lnSpc>
                  <a:spcAft>
                    <a:spcPts val="100"/>
                  </a:spcAft>
                  <a:buSzPct val="100000"/>
                </a:pPr>
                <a:r>
                  <a:rPr lang="en-US" sz="1000"/>
                  <a:t>Chicago, IL </a:t>
                </a:r>
              </a:p>
              <a:p>
                <a:pPr>
                  <a:lnSpc>
                    <a:spcPct val="110000"/>
                  </a:lnSpc>
                  <a:spcAft>
                    <a:spcPts val="100"/>
                  </a:spcAft>
                  <a:buSzPct val="100000"/>
                </a:pPr>
                <a:r>
                  <a:rPr lang="en-US" sz="1000"/>
                  <a:t>Norfolk, VA</a:t>
                </a:r>
              </a:p>
              <a:p>
                <a:pPr>
                  <a:lnSpc>
                    <a:spcPct val="110000"/>
                  </a:lnSpc>
                  <a:spcAft>
                    <a:spcPts val="100"/>
                  </a:spcAft>
                  <a:buSzPct val="100000"/>
                </a:pPr>
                <a:r>
                  <a:rPr lang="en-US" sz="1000"/>
                  <a:t>Sidney, NE</a:t>
                </a:r>
              </a:p>
              <a:p>
                <a:pPr>
                  <a:lnSpc>
                    <a:spcPct val="110000"/>
                  </a:lnSpc>
                  <a:spcAft>
                    <a:spcPts val="100"/>
                  </a:spcAft>
                  <a:buSzPct val="100000"/>
                </a:pPr>
                <a:r>
                  <a:rPr lang="en-US" sz="1000"/>
                  <a:t>Columbus, OH</a:t>
                </a:r>
              </a:p>
              <a:p>
                <a:pPr>
                  <a:lnSpc>
                    <a:spcPct val="110000"/>
                  </a:lnSpc>
                  <a:spcAft>
                    <a:spcPts val="100"/>
                  </a:spcAft>
                  <a:buSzPct val="100000"/>
                </a:pPr>
                <a:r>
                  <a:rPr lang="en-US" sz="1000"/>
                  <a:t>Atlanta, GA</a:t>
                </a:r>
              </a:p>
              <a:p>
                <a:pPr>
                  <a:lnSpc>
                    <a:spcPct val="110000"/>
                  </a:lnSpc>
                  <a:spcAft>
                    <a:spcPts val="100"/>
                  </a:spcAft>
                  <a:buSzPct val="100000"/>
                </a:pPr>
                <a:r>
                  <a:rPr lang="en-US" sz="1000"/>
                  <a:t>Dallas, TX</a:t>
                </a:r>
              </a:p>
              <a:p>
                <a:pPr>
                  <a:lnSpc>
                    <a:spcPct val="110000"/>
                  </a:lnSpc>
                  <a:spcAft>
                    <a:spcPts val="100"/>
                  </a:spcAft>
                  <a:buSzPct val="100000"/>
                </a:pPr>
                <a:r>
                  <a:rPr lang="en-US" sz="1000"/>
                  <a:t>Ames, IA</a:t>
                </a:r>
              </a:p>
              <a:p>
                <a:pPr>
                  <a:lnSpc>
                    <a:spcPct val="110000"/>
                  </a:lnSpc>
                  <a:spcAft>
                    <a:spcPts val="100"/>
                  </a:spcAft>
                  <a:buSzPct val="100000"/>
                </a:pPr>
                <a:r>
                  <a:rPr lang="en-US" sz="1000"/>
                  <a:t>Lincoln, NE</a:t>
                </a:r>
              </a:p>
              <a:p>
                <a:pPr>
                  <a:lnSpc>
                    <a:spcPct val="110000"/>
                  </a:lnSpc>
                  <a:spcAft>
                    <a:spcPts val="100"/>
                  </a:spcAft>
                  <a:buSzPct val="100000"/>
                </a:pPr>
                <a:r>
                  <a:rPr lang="en-US" sz="1000"/>
                  <a:t>Vancouver BC, CA</a:t>
                </a:r>
              </a:p>
              <a:p>
                <a:pPr>
                  <a:lnSpc>
                    <a:spcPct val="110000"/>
                  </a:lnSpc>
                  <a:spcAft>
                    <a:spcPts val="100"/>
                  </a:spcAft>
                  <a:buSzPct val="100000"/>
                </a:pPr>
                <a:r>
                  <a:rPr lang="en-US" sz="1000"/>
                  <a:t>Toronto, CA</a:t>
                </a:r>
              </a:p>
              <a:p>
                <a:pPr>
                  <a:lnSpc>
                    <a:spcPct val="110000"/>
                  </a:lnSpc>
                  <a:spcAft>
                    <a:spcPts val="100"/>
                  </a:spcAft>
                  <a:buSzPct val="100000"/>
                </a:pPr>
                <a:r>
                  <a:rPr lang="en-US" sz="1000"/>
                  <a:t>Guadalajara, MX</a:t>
                </a:r>
              </a:p>
              <a:p>
                <a:pPr>
                  <a:lnSpc>
                    <a:spcPct val="110000"/>
                  </a:lnSpc>
                  <a:spcAft>
                    <a:spcPts val="100"/>
                  </a:spcAft>
                  <a:buSzPct val="100000"/>
                </a:pPr>
                <a:r>
                  <a:rPr lang="en-US" sz="1000"/>
                  <a:t>Leon, ES</a:t>
                </a:r>
              </a:p>
              <a:p>
                <a:pPr>
                  <a:lnSpc>
                    <a:spcPct val="110000"/>
                  </a:lnSpc>
                  <a:spcAft>
                    <a:spcPts val="100"/>
                  </a:spcAft>
                  <a:buSzPct val="100000"/>
                </a:pPr>
                <a:r>
                  <a:rPr lang="en-US" sz="1000"/>
                  <a:t>San Jose, CR</a:t>
                </a:r>
              </a:p>
              <a:p>
                <a:pPr>
                  <a:lnSpc>
                    <a:spcPct val="110000"/>
                  </a:lnSpc>
                  <a:spcAft>
                    <a:spcPts val="100"/>
                  </a:spcAft>
                  <a:buSzPct val="100000"/>
                </a:pPr>
                <a:r>
                  <a:rPr lang="en-US" sz="1000"/>
                  <a:t>Bogota, CO</a:t>
                </a:r>
              </a:p>
              <a:p>
                <a:pPr>
                  <a:lnSpc>
                    <a:spcPct val="110000"/>
                  </a:lnSpc>
                  <a:spcAft>
                    <a:spcPts val="100"/>
                  </a:spcAft>
                  <a:buSzPct val="100000"/>
                </a:pPr>
                <a:r>
                  <a:rPr lang="en-US" sz="1000"/>
                  <a:t>Santiago, CL</a:t>
                </a:r>
              </a:p>
              <a:p>
                <a:pPr>
                  <a:lnSpc>
                    <a:spcPct val="110000"/>
                  </a:lnSpc>
                  <a:spcAft>
                    <a:spcPts val="100"/>
                  </a:spcAft>
                  <a:buSzPct val="100000"/>
                </a:pPr>
                <a:r>
                  <a:rPr lang="en-US" sz="1000"/>
                  <a:t>Lima, PE</a:t>
                </a:r>
              </a:p>
              <a:p>
                <a:pPr>
                  <a:lnSpc>
                    <a:spcPct val="110000"/>
                  </a:lnSpc>
                  <a:spcAft>
                    <a:spcPts val="100"/>
                  </a:spcAft>
                  <a:buSzPct val="100000"/>
                </a:pPr>
                <a:r>
                  <a:rPr lang="en-US" sz="1000"/>
                  <a:t>Sao Paulo, BR</a:t>
                </a:r>
              </a:p>
              <a:p>
                <a:pPr>
                  <a:lnSpc>
                    <a:spcPct val="110000"/>
                  </a:lnSpc>
                  <a:spcAft>
                    <a:spcPts val="100"/>
                  </a:spcAft>
                  <a:buSzPct val="100000"/>
                </a:pPr>
                <a:r>
                  <a:rPr lang="en-US" sz="1000"/>
                  <a:t>Buenos Aires, AR</a:t>
                </a:r>
              </a:p>
            </p:txBody>
          </p:sp>
          <p:sp>
            <p:nvSpPr>
              <p:cNvPr id="170" name="TextBox 169">
                <a:extLst>
                  <a:ext uri="{FF2B5EF4-FFF2-40B4-BE49-F238E27FC236}">
                    <a16:creationId xmlns:a16="http://schemas.microsoft.com/office/drawing/2014/main" id="{0E53B817-7FCA-476F-AFD7-92E789C5B979}"/>
                  </a:ext>
                </a:extLst>
              </p:cNvPr>
              <p:cNvSpPr txBox="1"/>
              <p:nvPr/>
            </p:nvSpPr>
            <p:spPr>
              <a:xfrm>
                <a:off x="10943562" y="2563269"/>
                <a:ext cx="966664" cy="1861778"/>
              </a:xfrm>
              <a:prstGeom prst="rect">
                <a:avLst/>
              </a:prstGeom>
              <a:noFill/>
            </p:spPr>
            <p:txBody>
              <a:bodyPr wrap="square" lIns="0" tIns="0" rIns="0" bIns="0" rtlCol="0">
                <a:spAutoFit/>
              </a:bodyPr>
              <a:lstStyle/>
              <a:p>
                <a:pPr>
                  <a:lnSpc>
                    <a:spcPct val="110000"/>
                  </a:lnSpc>
                  <a:buSzPct val="100000"/>
                </a:pPr>
                <a:r>
                  <a:rPr lang="en-US" sz="1000" b="1"/>
                  <a:t>APAC</a:t>
                </a:r>
              </a:p>
              <a:p>
                <a:pPr>
                  <a:lnSpc>
                    <a:spcPct val="110000"/>
                  </a:lnSpc>
                  <a:buSzPct val="100000"/>
                </a:pPr>
                <a:r>
                  <a:rPr lang="en-US" sz="1000">
                    <a:solidFill>
                      <a:schemeClr val="accent3"/>
                    </a:solidFill>
                  </a:rPr>
                  <a:t>Singapore, SG</a:t>
                </a:r>
              </a:p>
              <a:p>
                <a:pPr>
                  <a:lnSpc>
                    <a:spcPct val="110000"/>
                  </a:lnSpc>
                  <a:buSzPct val="100000"/>
                </a:pPr>
                <a:r>
                  <a:rPr lang="en-US" sz="1000"/>
                  <a:t>Manila, PH</a:t>
                </a:r>
              </a:p>
              <a:p>
                <a:pPr>
                  <a:lnSpc>
                    <a:spcPct val="110000"/>
                  </a:lnSpc>
                  <a:buSzPct val="100000"/>
                </a:pPr>
                <a:r>
                  <a:rPr lang="en-US" sz="1000"/>
                  <a:t>Sydney, AU</a:t>
                </a:r>
              </a:p>
              <a:p>
                <a:pPr>
                  <a:lnSpc>
                    <a:spcPct val="110000"/>
                  </a:lnSpc>
                  <a:buSzPct val="100000"/>
                </a:pPr>
                <a:r>
                  <a:rPr lang="en-US" sz="1000"/>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a:t>Brisbane, AU</a:t>
                </a:r>
              </a:p>
              <a:p>
                <a:pPr>
                  <a:lnSpc>
                    <a:spcPct val="110000"/>
                  </a:lnSpc>
                  <a:buSzPct val="100000"/>
                </a:pPr>
                <a:r>
                  <a:rPr lang="en-US" sz="1000"/>
                  <a:t>Penang, MY</a:t>
                </a:r>
              </a:p>
              <a:p>
                <a:pPr>
                  <a:lnSpc>
                    <a:spcPct val="110000"/>
                  </a:lnSpc>
                  <a:buSzPct val="100000"/>
                </a:pPr>
                <a:r>
                  <a:rPr lang="en-US" sz="1000"/>
                  <a:t>Shanghai, CN</a:t>
                </a:r>
              </a:p>
              <a:p>
                <a:pPr>
                  <a:lnSpc>
                    <a:spcPct val="110000"/>
                  </a:lnSpc>
                  <a:buSzPct val="100000"/>
                </a:pPr>
                <a:r>
                  <a:rPr lang="en-US" sz="1000"/>
                  <a:t>Taipei, TW</a:t>
                </a:r>
              </a:p>
              <a:p>
                <a:pPr>
                  <a:lnSpc>
                    <a:spcPct val="110000"/>
                  </a:lnSpc>
                  <a:buSzPct val="100000"/>
                </a:pPr>
                <a:r>
                  <a:rPr lang="en-US" sz="1000"/>
                  <a:t>Cyberjaya, MY</a:t>
                </a:r>
              </a:p>
              <a:p>
                <a:pPr>
                  <a:lnSpc>
                    <a:spcPct val="110000"/>
                  </a:lnSpc>
                  <a:buSzPct val="100000"/>
                </a:pPr>
                <a:r>
                  <a:rPr lang="en-US" sz="1000"/>
                  <a:t>Ho Chin Min, VN</a:t>
                </a:r>
              </a:p>
              <a:p>
                <a:pPr>
                  <a:lnSpc>
                    <a:spcPct val="110000"/>
                  </a:lnSpc>
                  <a:buSzPct val="100000"/>
                </a:pPr>
                <a:r>
                  <a:rPr lang="en-US" sz="1000"/>
                  <a:t>Hong Kong, HK</a:t>
                </a:r>
              </a:p>
            </p:txBody>
          </p:sp>
          <p:sp>
            <p:nvSpPr>
              <p:cNvPr id="171" name="TextBox 170">
                <a:extLst>
                  <a:ext uri="{FF2B5EF4-FFF2-40B4-BE49-F238E27FC236}">
                    <a16:creationId xmlns:a16="http://schemas.microsoft.com/office/drawing/2014/main" id="{7BE1E0E1-439D-4C9F-841C-54A3C48FEAEA}"/>
                  </a:ext>
                </a:extLst>
              </p:cNvPr>
              <p:cNvSpPr txBox="1"/>
              <p:nvPr/>
            </p:nvSpPr>
            <p:spPr>
              <a:xfrm>
                <a:off x="8952453" y="3811182"/>
                <a:ext cx="1014581" cy="1549461"/>
              </a:xfrm>
              <a:prstGeom prst="rect">
                <a:avLst/>
              </a:prstGeom>
              <a:noFill/>
            </p:spPr>
            <p:txBody>
              <a:bodyPr wrap="square" lIns="0" tIns="0" rIns="0" bIns="0" rtlCol="0">
                <a:spAutoFit/>
              </a:bodyPr>
              <a:lstStyle/>
              <a:p>
                <a:pPr>
                  <a:lnSpc>
                    <a:spcPct val="110000"/>
                  </a:lnSpc>
                  <a:buSzPct val="100000"/>
                </a:pPr>
                <a:r>
                  <a:rPr lang="en-US" sz="1000" b="1"/>
                  <a:t>INDIA</a:t>
                </a:r>
              </a:p>
              <a:p>
                <a:pPr>
                  <a:lnSpc>
                    <a:spcPct val="110000"/>
                  </a:lnSpc>
                  <a:buSzPct val="100000"/>
                </a:pPr>
                <a:r>
                  <a:rPr lang="en-US" sz="1000">
                    <a:solidFill>
                      <a:schemeClr val="accent3"/>
                    </a:solidFill>
                  </a:rPr>
                  <a:t>Trivandrum</a:t>
                </a:r>
              </a:p>
              <a:p>
                <a:pPr>
                  <a:lnSpc>
                    <a:spcPct val="110000"/>
                  </a:lnSpc>
                  <a:buSzPct val="100000"/>
                </a:pPr>
                <a:r>
                  <a:rPr lang="en-US" sz="1000"/>
                  <a:t>Bangalore</a:t>
                </a:r>
              </a:p>
              <a:p>
                <a:pPr>
                  <a:lnSpc>
                    <a:spcPct val="110000"/>
                  </a:lnSpc>
                  <a:buSzPct val="100000"/>
                </a:pPr>
                <a:r>
                  <a:rPr lang="en-US" sz="1000"/>
                  <a:t>Chennai</a:t>
                </a:r>
              </a:p>
              <a:p>
                <a:pPr>
                  <a:lnSpc>
                    <a:spcPct val="110000"/>
                  </a:lnSpc>
                  <a:buSzPct val="100000"/>
                </a:pPr>
                <a:r>
                  <a:rPr lang="en-US" sz="1000"/>
                  <a:t>Hyderabad</a:t>
                </a:r>
              </a:p>
              <a:p>
                <a:pPr>
                  <a:lnSpc>
                    <a:spcPct val="110000"/>
                  </a:lnSpc>
                  <a:buSzPct val="100000"/>
                </a:pPr>
                <a:r>
                  <a:rPr lang="en-US" sz="1000"/>
                  <a:t>Kochi</a:t>
                </a:r>
              </a:p>
              <a:p>
                <a:pPr>
                  <a:lnSpc>
                    <a:spcPct val="110000"/>
                  </a:lnSpc>
                  <a:buSzPct val="100000"/>
                </a:pPr>
                <a:r>
                  <a:rPr lang="en-US" sz="1000"/>
                  <a:t>Delhi</a:t>
                </a:r>
              </a:p>
              <a:p>
                <a:pPr>
                  <a:lnSpc>
                    <a:spcPct val="110000"/>
                  </a:lnSpc>
                  <a:buSzPct val="100000"/>
                </a:pPr>
                <a:r>
                  <a:rPr lang="en-US" sz="1000"/>
                  <a:t>Coimbatore </a:t>
                </a:r>
              </a:p>
              <a:p>
                <a:pPr>
                  <a:lnSpc>
                    <a:spcPct val="110000"/>
                  </a:lnSpc>
                  <a:buSzPct val="100000"/>
                </a:pPr>
                <a:r>
                  <a:rPr lang="en-US" sz="1000"/>
                  <a:t>Hosur </a:t>
                </a:r>
              </a:p>
              <a:p>
                <a:pPr>
                  <a:lnSpc>
                    <a:spcPct val="110000"/>
                  </a:lnSpc>
                  <a:buSzPct val="100000"/>
                </a:pPr>
                <a:r>
                  <a:rPr lang="en-US" sz="1000"/>
                  <a:t>Pune</a:t>
                </a:r>
              </a:p>
            </p:txBody>
          </p:sp>
          <p:sp>
            <p:nvSpPr>
              <p:cNvPr id="172" name="TextBox 171">
                <a:extLst>
                  <a:ext uri="{FF2B5EF4-FFF2-40B4-BE49-F238E27FC236}">
                    <a16:creationId xmlns:a16="http://schemas.microsoft.com/office/drawing/2014/main" id="{C5CB6FD3-68B2-42ED-8AD7-D137C857CED7}"/>
                  </a:ext>
                </a:extLst>
              </p:cNvPr>
              <p:cNvSpPr txBox="1"/>
              <p:nvPr/>
            </p:nvSpPr>
            <p:spPr>
              <a:xfrm>
                <a:off x="6380972" y="2592624"/>
                <a:ext cx="619607" cy="1237144"/>
              </a:xfrm>
              <a:prstGeom prst="rect">
                <a:avLst/>
              </a:prstGeom>
              <a:noFill/>
            </p:spPr>
            <p:txBody>
              <a:bodyPr wrap="none" lIns="0" tIns="0" rIns="0" bIns="0" rtlCol="0">
                <a:spAutoFit/>
              </a:bodyPr>
              <a:lstStyle/>
              <a:p>
                <a:pPr>
                  <a:lnSpc>
                    <a:spcPct val="110000"/>
                  </a:lnSpc>
                  <a:buSzPct val="100000"/>
                </a:pPr>
                <a:r>
                  <a:rPr lang="en-US" sz="1000" b="1"/>
                  <a:t>EMEA</a:t>
                </a:r>
              </a:p>
              <a:p>
                <a:pPr>
                  <a:lnSpc>
                    <a:spcPct val="110000"/>
                  </a:lnSpc>
                  <a:buSzPct val="100000"/>
                </a:pPr>
                <a:r>
                  <a:rPr lang="en-US" sz="1000">
                    <a:solidFill>
                      <a:schemeClr val="accent3"/>
                    </a:solidFill>
                  </a:rPr>
                  <a:t>London, UK</a:t>
                </a:r>
              </a:p>
              <a:p>
                <a:pPr>
                  <a:lnSpc>
                    <a:spcPct val="110000"/>
                  </a:lnSpc>
                  <a:buSzPct val="100000"/>
                </a:pPr>
                <a:r>
                  <a:rPr lang="en-US" sz="1000"/>
                  <a:t>Leeds, UK</a:t>
                </a:r>
              </a:p>
              <a:p>
                <a:pPr>
                  <a:lnSpc>
                    <a:spcPct val="110000"/>
                  </a:lnSpc>
                  <a:buSzPct val="100000"/>
                </a:pPr>
                <a:r>
                  <a:rPr lang="en-US" sz="1000"/>
                  <a:t>Dublin, IE</a:t>
                </a:r>
              </a:p>
              <a:p>
                <a:pPr>
                  <a:lnSpc>
                    <a:spcPct val="110000"/>
                  </a:lnSpc>
                  <a:buSzPct val="100000"/>
                </a:pPr>
                <a:r>
                  <a:rPr lang="en-US" sz="1000"/>
                  <a:t>Madrid, ES</a:t>
                </a:r>
              </a:p>
              <a:p>
                <a:pPr>
                  <a:lnSpc>
                    <a:spcPct val="110000"/>
                  </a:lnSpc>
                  <a:buSzPct val="100000"/>
                </a:pPr>
                <a:r>
                  <a:rPr lang="en-US" sz="1000"/>
                  <a:t>Tel Aviv, IS</a:t>
                </a:r>
              </a:p>
              <a:p>
                <a:pPr>
                  <a:lnSpc>
                    <a:spcPct val="110000"/>
                  </a:lnSpc>
                  <a:buSzPct val="100000"/>
                </a:pPr>
                <a:r>
                  <a:rPr lang="en-US" sz="1000"/>
                  <a:t>Berlin, DE</a:t>
                </a:r>
              </a:p>
              <a:p>
                <a:pPr>
                  <a:lnSpc>
                    <a:spcPct val="110000"/>
                  </a:lnSpc>
                  <a:buSzPct val="100000"/>
                </a:pPr>
                <a:r>
                  <a:rPr lang="en-US" sz="1000"/>
                  <a:t>Lisbon, PT</a:t>
                </a:r>
              </a:p>
            </p:txBody>
          </p:sp>
          <p:sp>
            <p:nvSpPr>
              <p:cNvPr id="173" name="TextBox 172">
                <a:extLst>
                  <a:ext uri="{FF2B5EF4-FFF2-40B4-BE49-F238E27FC236}">
                    <a16:creationId xmlns:a16="http://schemas.microsoft.com/office/drawing/2014/main" id="{050E96F4-52EB-4185-9B18-D1FBF24EB82B}"/>
                  </a:ext>
                </a:extLst>
              </p:cNvPr>
              <p:cNvSpPr txBox="1"/>
              <p:nvPr/>
            </p:nvSpPr>
            <p:spPr>
              <a:xfrm>
                <a:off x="6730302" y="3867052"/>
                <a:ext cx="900574" cy="2330255"/>
              </a:xfrm>
              <a:prstGeom prst="rect">
                <a:avLst/>
              </a:prstGeom>
              <a:noFill/>
            </p:spPr>
            <p:txBody>
              <a:bodyPr wrap="none" lIns="0" tIns="0" rIns="0" bIns="0" rtlCol="0">
                <a:spAutoFit/>
              </a:bodyPr>
              <a:lstStyle/>
              <a:p>
                <a:pPr>
                  <a:lnSpc>
                    <a:spcPct val="110000"/>
                  </a:lnSpc>
                  <a:buSzPct val="100000"/>
                </a:pPr>
                <a:r>
                  <a:rPr lang="en-US" sz="1000"/>
                  <a:t>Paris, FR</a:t>
                </a:r>
              </a:p>
              <a:p>
                <a:pPr>
                  <a:lnSpc>
                    <a:spcPct val="110000"/>
                  </a:lnSpc>
                  <a:buSzPct val="100000"/>
                </a:pPr>
                <a:r>
                  <a:rPr lang="en-US" sz="1000"/>
                  <a:t>Gdansk, PL</a:t>
                </a:r>
              </a:p>
              <a:p>
                <a:pPr>
                  <a:lnSpc>
                    <a:spcPct val="110000"/>
                  </a:lnSpc>
                  <a:buSzPct val="100000"/>
                </a:pPr>
                <a:r>
                  <a:rPr lang="en-US" sz="1000"/>
                  <a:t>Bucharest, RO</a:t>
                </a:r>
              </a:p>
              <a:p>
                <a:pPr>
                  <a:lnSpc>
                    <a:spcPct val="110000"/>
                  </a:lnSpc>
                  <a:buSzPct val="100000"/>
                </a:pPr>
                <a:r>
                  <a:rPr lang="en-US" sz="1000"/>
                  <a:t>Sofia, BG</a:t>
                </a:r>
              </a:p>
              <a:p>
                <a:pPr>
                  <a:lnSpc>
                    <a:spcPct val="110000"/>
                  </a:lnSpc>
                  <a:buSzPct val="100000"/>
                </a:pPr>
                <a:r>
                  <a:rPr lang="en-US" sz="1000"/>
                  <a:t>Helmond, NL</a:t>
                </a:r>
              </a:p>
              <a:p>
                <a:pPr>
                  <a:lnSpc>
                    <a:spcPct val="110000"/>
                  </a:lnSpc>
                  <a:buSzPct val="100000"/>
                </a:pPr>
                <a:r>
                  <a:rPr lang="en-US" sz="1000"/>
                  <a:t>Barcelona, ES</a:t>
                </a:r>
              </a:p>
              <a:p>
                <a:pPr>
                  <a:lnSpc>
                    <a:spcPct val="110000"/>
                  </a:lnSpc>
                  <a:buSzPct val="100000"/>
                </a:pPr>
                <a:r>
                  <a:rPr lang="en-US" sz="1000" b="0"/>
                  <a:t>Bilbao, ES</a:t>
                </a:r>
              </a:p>
              <a:p>
                <a:pPr>
                  <a:lnSpc>
                    <a:spcPct val="110000"/>
                  </a:lnSpc>
                  <a:buSzPct val="100000"/>
                </a:pPr>
                <a:r>
                  <a:rPr lang="en-US" sz="1000"/>
                  <a:t>Salamanca, ES</a:t>
                </a:r>
              </a:p>
              <a:p>
                <a:pPr>
                  <a:lnSpc>
                    <a:spcPct val="110000"/>
                  </a:lnSpc>
                  <a:buSzPct val="100000"/>
                </a:pPr>
                <a:r>
                  <a:rPr lang="en-US" sz="1000"/>
                  <a:t>Valencia, ES</a:t>
                </a:r>
              </a:p>
              <a:p>
                <a:pPr>
                  <a:lnSpc>
                    <a:spcPct val="110000"/>
                  </a:lnSpc>
                  <a:buSzPct val="100000"/>
                </a:pPr>
                <a:r>
                  <a:rPr lang="en-US" sz="1000"/>
                  <a:t>Zaragoza, ES</a:t>
                </a:r>
              </a:p>
              <a:p>
                <a:pPr>
                  <a:lnSpc>
                    <a:spcPct val="110000"/>
                  </a:lnSpc>
                  <a:buSzPct val="100000"/>
                </a:pPr>
                <a:r>
                  <a:rPr lang="en-US" sz="1000"/>
                  <a:t>Copenhagen, DK</a:t>
                </a:r>
              </a:p>
              <a:p>
                <a:pPr>
                  <a:lnSpc>
                    <a:spcPct val="110000"/>
                  </a:lnSpc>
                  <a:buSzPct val="100000"/>
                </a:pPr>
                <a:r>
                  <a:rPr lang="en-US" sz="1000"/>
                  <a:t>Zurich, CH</a:t>
                </a:r>
              </a:p>
              <a:p>
                <a:pPr>
                  <a:lnSpc>
                    <a:spcPct val="110000"/>
                  </a:lnSpc>
                  <a:buSzPct val="100000"/>
                </a:pPr>
                <a:r>
                  <a:rPr lang="en-US" sz="1000"/>
                  <a:t>Kyiv, UA</a:t>
                </a:r>
              </a:p>
              <a:p>
                <a:pPr>
                  <a:lnSpc>
                    <a:spcPct val="110000"/>
                  </a:lnSpc>
                  <a:buSzPct val="100000"/>
                </a:pPr>
                <a:r>
                  <a:rPr lang="en-US" sz="1000"/>
                  <a:t>Dubai, AE</a:t>
                </a:r>
              </a:p>
              <a:p>
                <a:pPr>
                  <a:lnSpc>
                    <a:spcPct val="110000"/>
                  </a:lnSpc>
                  <a:buSzPct val="100000"/>
                </a:pPr>
                <a:r>
                  <a:rPr lang="en-US" sz="1000"/>
                  <a:t>Cape Town, ZA</a:t>
                </a:r>
              </a:p>
            </p:txBody>
          </p:sp>
        </p:grpSp>
        <p:grpSp>
          <p:nvGrpSpPr>
            <p:cNvPr id="114" name="Group 113">
              <a:extLst>
                <a:ext uri="{FF2B5EF4-FFF2-40B4-BE49-F238E27FC236}">
                  <a16:creationId xmlns:a16="http://schemas.microsoft.com/office/drawing/2014/main" id="{CF058085-3BD2-4BCC-9133-9A9F2B33943D}"/>
                </a:ext>
              </a:extLst>
            </p:cNvPr>
            <p:cNvGrpSpPr/>
            <p:nvPr/>
          </p:nvGrpSpPr>
          <p:grpSpPr>
            <a:xfrm>
              <a:off x="3644714" y="1191787"/>
              <a:ext cx="8171730" cy="4236181"/>
              <a:chOff x="3644714" y="1191787"/>
              <a:chExt cx="8171730" cy="4236181"/>
            </a:xfrm>
          </p:grpSpPr>
          <p:sp>
            <p:nvSpPr>
              <p:cNvPr id="115" name="World">
                <a:extLst>
                  <a:ext uri="{FF2B5EF4-FFF2-40B4-BE49-F238E27FC236}">
                    <a16:creationId xmlns:a16="http://schemas.microsoft.com/office/drawing/2014/main" id="{568CB211-13BD-4877-92F8-A0D78491D849}"/>
                  </a:ext>
                </a:extLst>
              </p:cNvPr>
              <p:cNvSpPr>
                <a:spLocks noChangeAspect="1" noEditPoints="1"/>
              </p:cNvSpPr>
              <p:nvPr/>
            </p:nvSpPr>
            <p:spPr bwMode="auto">
              <a:xfrm>
                <a:off x="3644714" y="1191787"/>
                <a:ext cx="8171730" cy="4236181"/>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grpSp>
            <p:nvGrpSpPr>
              <p:cNvPr id="116" name="Group 115">
                <a:extLst>
                  <a:ext uri="{FF2B5EF4-FFF2-40B4-BE49-F238E27FC236}">
                    <a16:creationId xmlns:a16="http://schemas.microsoft.com/office/drawing/2014/main" id="{C80F5D0E-EE89-46B4-A13A-5E227662A718}"/>
                  </a:ext>
                </a:extLst>
              </p:cNvPr>
              <p:cNvGrpSpPr/>
              <p:nvPr/>
            </p:nvGrpSpPr>
            <p:grpSpPr>
              <a:xfrm>
                <a:off x="4576069" y="1988983"/>
                <a:ext cx="6425404" cy="2924474"/>
                <a:chOff x="4576069" y="1988983"/>
                <a:chExt cx="6425404" cy="2924474"/>
              </a:xfrm>
            </p:grpSpPr>
            <p:sp>
              <p:nvSpPr>
                <p:cNvPr id="117" name="Square">
                  <a:extLst>
                    <a:ext uri="{FF2B5EF4-FFF2-40B4-BE49-F238E27FC236}">
                      <a16:creationId xmlns:a16="http://schemas.microsoft.com/office/drawing/2014/main" id="{028462ED-C23E-46D7-A0C3-7B85F25BBA78}"/>
                    </a:ext>
                  </a:extLst>
                </p:cNvPr>
                <p:cNvSpPr>
                  <a:spLocks noChangeAspect="1"/>
                </p:cNvSpPr>
                <p:nvPr/>
              </p:nvSpPr>
              <p:spPr bwMode="auto">
                <a:xfrm>
                  <a:off x="4576069" y="2897540"/>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18" name="Square">
                  <a:extLst>
                    <a:ext uri="{FF2B5EF4-FFF2-40B4-BE49-F238E27FC236}">
                      <a16:creationId xmlns:a16="http://schemas.microsoft.com/office/drawing/2014/main" id="{ED2FFBCD-351D-4E4F-85B7-22678B6F7943}"/>
                    </a:ext>
                  </a:extLst>
                </p:cNvPr>
                <p:cNvSpPr>
                  <a:spLocks noChangeAspect="1"/>
                </p:cNvSpPr>
                <p:nvPr/>
              </p:nvSpPr>
              <p:spPr bwMode="auto">
                <a:xfrm>
                  <a:off x="7157311" y="2298546"/>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19" name="Square">
                  <a:extLst>
                    <a:ext uri="{FF2B5EF4-FFF2-40B4-BE49-F238E27FC236}">
                      <a16:creationId xmlns:a16="http://schemas.microsoft.com/office/drawing/2014/main" id="{3C565908-5A12-4E2D-BE63-4692EBFE19CF}"/>
                    </a:ext>
                  </a:extLst>
                </p:cNvPr>
                <p:cNvSpPr>
                  <a:spLocks noChangeAspect="1"/>
                </p:cNvSpPr>
                <p:nvPr/>
              </p:nvSpPr>
              <p:spPr bwMode="auto">
                <a:xfrm>
                  <a:off x="5403050" y="2599151"/>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0" name="Square">
                  <a:extLst>
                    <a:ext uri="{FF2B5EF4-FFF2-40B4-BE49-F238E27FC236}">
                      <a16:creationId xmlns:a16="http://schemas.microsoft.com/office/drawing/2014/main" id="{391541E5-56A6-432C-9E78-33A993985037}"/>
                    </a:ext>
                  </a:extLst>
                </p:cNvPr>
                <p:cNvSpPr>
                  <a:spLocks noChangeAspect="1"/>
                </p:cNvSpPr>
                <p:nvPr/>
              </p:nvSpPr>
              <p:spPr bwMode="auto">
                <a:xfrm>
                  <a:off x="9137346" y="3612181"/>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1" name="Square">
                  <a:extLst>
                    <a:ext uri="{FF2B5EF4-FFF2-40B4-BE49-F238E27FC236}">
                      <a16:creationId xmlns:a16="http://schemas.microsoft.com/office/drawing/2014/main" id="{438F91CF-7A3F-4CA2-A543-15193573207B}"/>
                    </a:ext>
                  </a:extLst>
                </p:cNvPr>
                <p:cNvSpPr>
                  <a:spLocks noChangeAspect="1"/>
                </p:cNvSpPr>
                <p:nvPr/>
              </p:nvSpPr>
              <p:spPr bwMode="auto">
                <a:xfrm>
                  <a:off x="8137448" y="2942883"/>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2" name="Square">
                  <a:extLst>
                    <a:ext uri="{FF2B5EF4-FFF2-40B4-BE49-F238E27FC236}">
                      <a16:creationId xmlns:a16="http://schemas.microsoft.com/office/drawing/2014/main" id="{ADC5708C-1B2D-4C8A-91D2-424EF3F205B4}"/>
                    </a:ext>
                  </a:extLst>
                </p:cNvPr>
                <p:cNvSpPr>
                  <a:spLocks noChangeAspect="1"/>
                </p:cNvSpPr>
                <p:nvPr/>
              </p:nvSpPr>
              <p:spPr bwMode="auto">
                <a:xfrm>
                  <a:off x="9834117" y="3739358"/>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3" name="Square">
                  <a:extLst>
                    <a:ext uri="{FF2B5EF4-FFF2-40B4-BE49-F238E27FC236}">
                      <a16:creationId xmlns:a16="http://schemas.microsoft.com/office/drawing/2014/main" id="{3BC6C2F0-4D29-48BD-948E-06FDFDFF37A0}"/>
                    </a:ext>
                  </a:extLst>
                </p:cNvPr>
                <p:cNvSpPr>
                  <a:spLocks noChangeAspect="1"/>
                </p:cNvSpPr>
                <p:nvPr/>
              </p:nvSpPr>
              <p:spPr bwMode="auto">
                <a:xfrm>
                  <a:off x="7284354" y="2719424"/>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4" name="Square">
                  <a:extLst>
                    <a:ext uri="{FF2B5EF4-FFF2-40B4-BE49-F238E27FC236}">
                      <a16:creationId xmlns:a16="http://schemas.microsoft.com/office/drawing/2014/main" id="{4BC2BB34-4273-48EF-9981-D46334509D4C}"/>
                    </a:ext>
                  </a:extLst>
                </p:cNvPr>
                <p:cNvSpPr>
                  <a:spLocks noChangeAspect="1"/>
                </p:cNvSpPr>
                <p:nvPr/>
              </p:nvSpPr>
              <p:spPr bwMode="auto">
                <a:xfrm>
                  <a:off x="10758344" y="4741108"/>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5" name="Square">
                  <a:extLst>
                    <a:ext uri="{FF2B5EF4-FFF2-40B4-BE49-F238E27FC236}">
                      <a16:creationId xmlns:a16="http://schemas.microsoft.com/office/drawing/2014/main" id="{975BC770-1A48-43F9-9B66-9EF788BB9AEA}"/>
                    </a:ext>
                  </a:extLst>
                </p:cNvPr>
                <p:cNvSpPr>
                  <a:spLocks noChangeAspect="1"/>
                </p:cNvSpPr>
                <p:nvPr/>
              </p:nvSpPr>
              <p:spPr bwMode="auto">
                <a:xfrm>
                  <a:off x="5242221" y="2683204"/>
                  <a:ext cx="108134" cy="108000"/>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6" name="Square">
                  <a:extLst>
                    <a:ext uri="{FF2B5EF4-FFF2-40B4-BE49-F238E27FC236}">
                      <a16:creationId xmlns:a16="http://schemas.microsoft.com/office/drawing/2014/main" id="{67053AC2-D8F4-45B2-AECF-549A04C65CC9}"/>
                    </a:ext>
                  </a:extLst>
                </p:cNvPr>
                <p:cNvSpPr>
                  <a:spLocks noChangeAspect="1"/>
                </p:cNvSpPr>
                <p:nvPr/>
              </p:nvSpPr>
              <p:spPr bwMode="auto">
                <a:xfrm>
                  <a:off x="5085950" y="334652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7" name="Square">
                  <a:extLst>
                    <a:ext uri="{FF2B5EF4-FFF2-40B4-BE49-F238E27FC236}">
                      <a16:creationId xmlns:a16="http://schemas.microsoft.com/office/drawing/2014/main" id="{A422CE0F-5506-4A29-92E0-4DBC7A8DD085}"/>
                    </a:ext>
                  </a:extLst>
                </p:cNvPr>
                <p:cNvSpPr>
                  <a:spLocks noChangeAspect="1"/>
                </p:cNvSpPr>
                <p:nvPr/>
              </p:nvSpPr>
              <p:spPr bwMode="auto">
                <a:xfrm>
                  <a:off x="5839392" y="250988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8" name="Square">
                  <a:extLst>
                    <a:ext uri="{FF2B5EF4-FFF2-40B4-BE49-F238E27FC236}">
                      <a16:creationId xmlns:a16="http://schemas.microsoft.com/office/drawing/2014/main" id="{D447BF08-AAEF-4C18-97E1-2074315E3E00}"/>
                    </a:ext>
                  </a:extLst>
                </p:cNvPr>
                <p:cNvSpPr>
                  <a:spLocks noChangeAspect="1"/>
                </p:cNvSpPr>
                <p:nvPr/>
              </p:nvSpPr>
              <p:spPr bwMode="auto">
                <a:xfrm>
                  <a:off x="7222158" y="285290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29" name="Square">
                  <a:extLst>
                    <a:ext uri="{FF2B5EF4-FFF2-40B4-BE49-F238E27FC236}">
                      <a16:creationId xmlns:a16="http://schemas.microsoft.com/office/drawing/2014/main" id="{8EB4F771-4777-4BA3-ADDF-9029C73AF2E4}"/>
                    </a:ext>
                  </a:extLst>
                </p:cNvPr>
                <p:cNvSpPr>
                  <a:spLocks noChangeAspect="1"/>
                </p:cNvSpPr>
                <p:nvPr/>
              </p:nvSpPr>
              <p:spPr bwMode="auto">
                <a:xfrm>
                  <a:off x="7671365" y="240258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0" name="Square">
                  <a:extLst>
                    <a:ext uri="{FF2B5EF4-FFF2-40B4-BE49-F238E27FC236}">
                      <a16:creationId xmlns:a16="http://schemas.microsoft.com/office/drawing/2014/main" id="{ADEA90A4-E04D-4566-970A-46C517E301AB}"/>
                    </a:ext>
                  </a:extLst>
                </p:cNvPr>
                <p:cNvSpPr>
                  <a:spLocks noChangeAspect="1"/>
                </p:cNvSpPr>
                <p:nvPr/>
              </p:nvSpPr>
              <p:spPr bwMode="auto">
                <a:xfrm>
                  <a:off x="5635164" y="2344149"/>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1" name="Square">
                  <a:extLst>
                    <a:ext uri="{FF2B5EF4-FFF2-40B4-BE49-F238E27FC236}">
                      <a16:creationId xmlns:a16="http://schemas.microsoft.com/office/drawing/2014/main" id="{F6EC4EEC-148F-4785-B49E-ECE76156E1BB}"/>
                    </a:ext>
                  </a:extLst>
                </p:cNvPr>
                <p:cNvSpPr>
                  <a:spLocks noChangeAspect="1"/>
                </p:cNvSpPr>
                <p:nvPr/>
              </p:nvSpPr>
              <p:spPr bwMode="auto">
                <a:xfrm>
                  <a:off x="5228172" y="3294041"/>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2" name="Square">
                  <a:extLst>
                    <a:ext uri="{FF2B5EF4-FFF2-40B4-BE49-F238E27FC236}">
                      <a16:creationId xmlns:a16="http://schemas.microsoft.com/office/drawing/2014/main" id="{52327558-F7EB-4D02-9AEA-97BE4964F6C0}"/>
                    </a:ext>
                  </a:extLst>
                </p:cNvPr>
                <p:cNvSpPr>
                  <a:spLocks noChangeAspect="1"/>
                </p:cNvSpPr>
                <p:nvPr/>
              </p:nvSpPr>
              <p:spPr bwMode="auto">
                <a:xfrm>
                  <a:off x="10228133" y="347869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3" name="TextBox 132">
                  <a:extLst>
                    <a:ext uri="{FF2B5EF4-FFF2-40B4-BE49-F238E27FC236}">
                      <a16:creationId xmlns:a16="http://schemas.microsoft.com/office/drawing/2014/main" id="{B718A8F8-57CA-4832-A4C2-2A35BAFDFD30}"/>
                    </a:ext>
                  </a:extLst>
                </p:cNvPr>
                <p:cNvSpPr txBox="1"/>
                <p:nvPr/>
              </p:nvSpPr>
              <p:spPr>
                <a:xfrm>
                  <a:off x="7887099" y="1988983"/>
                  <a:ext cx="360000" cy="72000"/>
                </a:xfrm>
                <a:prstGeom prst="rect">
                  <a:avLst/>
                </a:prstGeom>
                <a:noFill/>
              </p:spPr>
              <p:txBody>
                <a:bodyPr wrap="none" lIns="0" tIns="0" rIns="0" bIns="0" rtlCol="0">
                  <a:noAutofit/>
                </a:bodyPr>
                <a:lstStyle/>
                <a:p>
                  <a:pPr marL="182880" indent="-182880">
                    <a:lnSpc>
                      <a:spcPct val="100000"/>
                    </a:lnSpc>
                    <a:spcBef>
                      <a:spcPts val="1200"/>
                    </a:spcBef>
                    <a:buSzPct val="100000"/>
                    <a:buFont typeface="Arial"/>
                    <a:buChar char="•"/>
                  </a:pPr>
                  <a:endParaRPr lang="en-UA" sz="1000"/>
                </a:p>
              </p:txBody>
            </p:sp>
            <p:sp>
              <p:nvSpPr>
                <p:cNvPr id="134" name="Square">
                  <a:extLst>
                    <a:ext uri="{FF2B5EF4-FFF2-40B4-BE49-F238E27FC236}">
                      <a16:creationId xmlns:a16="http://schemas.microsoft.com/office/drawing/2014/main" id="{6411A72A-B595-4D08-8993-17D2454962BD}"/>
                    </a:ext>
                  </a:extLst>
                </p:cNvPr>
                <p:cNvSpPr>
                  <a:spLocks noChangeAspect="1"/>
                </p:cNvSpPr>
                <p:nvPr/>
              </p:nvSpPr>
              <p:spPr bwMode="auto">
                <a:xfrm>
                  <a:off x="7437829" y="255704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5" name="Square">
                  <a:extLst>
                    <a:ext uri="{FF2B5EF4-FFF2-40B4-BE49-F238E27FC236}">
                      <a16:creationId xmlns:a16="http://schemas.microsoft.com/office/drawing/2014/main" id="{79AA5D2D-3CAD-4629-B488-B853A67A7310}"/>
                    </a:ext>
                  </a:extLst>
                </p:cNvPr>
                <p:cNvSpPr>
                  <a:spLocks noChangeAspect="1"/>
                </p:cNvSpPr>
                <p:nvPr/>
              </p:nvSpPr>
              <p:spPr bwMode="auto">
                <a:xfrm>
                  <a:off x="10195309" y="313447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6" name="Square">
                  <a:extLst>
                    <a:ext uri="{FF2B5EF4-FFF2-40B4-BE49-F238E27FC236}">
                      <a16:creationId xmlns:a16="http://schemas.microsoft.com/office/drawing/2014/main" id="{AFB74C56-4AC2-4A6A-8D4F-17985BC148B3}"/>
                    </a:ext>
                  </a:extLst>
                </p:cNvPr>
                <p:cNvSpPr>
                  <a:spLocks noChangeAspect="1"/>
                </p:cNvSpPr>
                <p:nvPr/>
              </p:nvSpPr>
              <p:spPr bwMode="auto">
                <a:xfrm>
                  <a:off x="4662732" y="2410988"/>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7" name="Square">
                  <a:extLst>
                    <a:ext uri="{FF2B5EF4-FFF2-40B4-BE49-F238E27FC236}">
                      <a16:creationId xmlns:a16="http://schemas.microsoft.com/office/drawing/2014/main" id="{C1B2104A-5260-47F8-9ACE-54DE53038FBE}"/>
                    </a:ext>
                  </a:extLst>
                </p:cNvPr>
                <p:cNvSpPr>
                  <a:spLocks noChangeAspect="1"/>
                </p:cNvSpPr>
                <p:nvPr/>
              </p:nvSpPr>
              <p:spPr bwMode="auto">
                <a:xfrm>
                  <a:off x="5148493" y="2569551"/>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8" name="Square">
                  <a:extLst>
                    <a:ext uri="{FF2B5EF4-FFF2-40B4-BE49-F238E27FC236}">
                      <a16:creationId xmlns:a16="http://schemas.microsoft.com/office/drawing/2014/main" id="{F0561003-D0CC-4F3E-A34B-39CDAA4B457C}"/>
                    </a:ext>
                  </a:extLst>
                </p:cNvPr>
                <p:cNvSpPr>
                  <a:spLocks noChangeAspect="1"/>
                </p:cNvSpPr>
                <p:nvPr/>
              </p:nvSpPr>
              <p:spPr bwMode="auto">
                <a:xfrm>
                  <a:off x="5572096" y="284400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39" name="Square">
                  <a:extLst>
                    <a:ext uri="{FF2B5EF4-FFF2-40B4-BE49-F238E27FC236}">
                      <a16:creationId xmlns:a16="http://schemas.microsoft.com/office/drawing/2014/main" id="{5F695E4B-98F2-40DC-BEA4-E013B460A149}"/>
                    </a:ext>
                  </a:extLst>
                </p:cNvPr>
                <p:cNvSpPr>
                  <a:spLocks noChangeAspect="1"/>
                </p:cNvSpPr>
                <p:nvPr/>
              </p:nvSpPr>
              <p:spPr bwMode="auto">
                <a:xfrm>
                  <a:off x="4732524" y="258084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0" name="Square">
                  <a:extLst>
                    <a:ext uri="{FF2B5EF4-FFF2-40B4-BE49-F238E27FC236}">
                      <a16:creationId xmlns:a16="http://schemas.microsoft.com/office/drawing/2014/main" id="{D9207488-E9ED-4D28-809F-943BB611399F}"/>
                    </a:ext>
                  </a:extLst>
                </p:cNvPr>
                <p:cNvSpPr>
                  <a:spLocks noChangeAspect="1"/>
                </p:cNvSpPr>
                <p:nvPr/>
              </p:nvSpPr>
              <p:spPr bwMode="auto">
                <a:xfrm>
                  <a:off x="5477505" y="349647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1" name="Square">
                  <a:extLst>
                    <a:ext uri="{FF2B5EF4-FFF2-40B4-BE49-F238E27FC236}">
                      <a16:creationId xmlns:a16="http://schemas.microsoft.com/office/drawing/2014/main" id="{F0176F23-E953-4C59-ADDD-D5E2668A3C95}"/>
                    </a:ext>
                  </a:extLst>
                </p:cNvPr>
                <p:cNvSpPr>
                  <a:spLocks noChangeAspect="1"/>
                </p:cNvSpPr>
                <p:nvPr/>
              </p:nvSpPr>
              <p:spPr bwMode="auto">
                <a:xfrm>
                  <a:off x="5755254" y="365354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2" name="Square">
                  <a:extLst>
                    <a:ext uri="{FF2B5EF4-FFF2-40B4-BE49-F238E27FC236}">
                      <a16:creationId xmlns:a16="http://schemas.microsoft.com/office/drawing/2014/main" id="{E7B070FF-9D87-4BAE-BB72-517C4430ECBF}"/>
                    </a:ext>
                  </a:extLst>
                </p:cNvPr>
                <p:cNvSpPr>
                  <a:spLocks noChangeAspect="1"/>
                </p:cNvSpPr>
                <p:nvPr/>
              </p:nvSpPr>
              <p:spPr bwMode="auto">
                <a:xfrm>
                  <a:off x="5640253" y="389545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3" name="Square">
                  <a:extLst>
                    <a:ext uri="{FF2B5EF4-FFF2-40B4-BE49-F238E27FC236}">
                      <a16:creationId xmlns:a16="http://schemas.microsoft.com/office/drawing/2014/main" id="{7B973539-FB35-409E-A2B3-86C8FDD407CC}"/>
                    </a:ext>
                  </a:extLst>
                </p:cNvPr>
                <p:cNvSpPr>
                  <a:spLocks noChangeAspect="1"/>
                </p:cNvSpPr>
                <p:nvPr/>
              </p:nvSpPr>
              <p:spPr bwMode="auto">
                <a:xfrm>
                  <a:off x="7326843" y="2233081"/>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4" name="Square">
                  <a:extLst>
                    <a:ext uri="{FF2B5EF4-FFF2-40B4-BE49-F238E27FC236}">
                      <a16:creationId xmlns:a16="http://schemas.microsoft.com/office/drawing/2014/main" id="{0A01C361-080F-4064-AD90-E7E4BBFF7139}"/>
                    </a:ext>
                  </a:extLst>
                </p:cNvPr>
                <p:cNvSpPr>
                  <a:spLocks noChangeAspect="1"/>
                </p:cNvSpPr>
                <p:nvPr/>
              </p:nvSpPr>
              <p:spPr bwMode="auto">
                <a:xfrm>
                  <a:off x="7671365" y="240258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5" name="Square">
                  <a:extLst>
                    <a:ext uri="{FF2B5EF4-FFF2-40B4-BE49-F238E27FC236}">
                      <a16:creationId xmlns:a16="http://schemas.microsoft.com/office/drawing/2014/main" id="{2EC6902C-8473-4266-BB7C-8FEAB2F25F64}"/>
                    </a:ext>
                  </a:extLst>
                </p:cNvPr>
                <p:cNvSpPr>
                  <a:spLocks noChangeAspect="1"/>
                </p:cNvSpPr>
                <p:nvPr/>
              </p:nvSpPr>
              <p:spPr bwMode="auto">
                <a:xfrm>
                  <a:off x="8016622" y="2202108"/>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6" name="Square">
                  <a:extLst>
                    <a:ext uri="{FF2B5EF4-FFF2-40B4-BE49-F238E27FC236}">
                      <a16:creationId xmlns:a16="http://schemas.microsoft.com/office/drawing/2014/main" id="{5DC14061-C7F4-45A4-9F8E-9FE5D3745F58}"/>
                    </a:ext>
                  </a:extLst>
                </p:cNvPr>
                <p:cNvSpPr>
                  <a:spLocks noChangeAspect="1"/>
                </p:cNvSpPr>
                <p:nvPr/>
              </p:nvSpPr>
              <p:spPr bwMode="auto">
                <a:xfrm>
                  <a:off x="8157918" y="264160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7" name="Square">
                  <a:extLst>
                    <a:ext uri="{FF2B5EF4-FFF2-40B4-BE49-F238E27FC236}">
                      <a16:creationId xmlns:a16="http://schemas.microsoft.com/office/drawing/2014/main" id="{7CFBA5AE-58AC-495D-8EA5-1720E2FF322A}"/>
                    </a:ext>
                  </a:extLst>
                </p:cNvPr>
                <p:cNvSpPr>
                  <a:spLocks noChangeAspect="1"/>
                </p:cNvSpPr>
                <p:nvPr/>
              </p:nvSpPr>
              <p:spPr bwMode="auto">
                <a:xfrm>
                  <a:off x="8013133" y="276411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8" name="Square">
                  <a:extLst>
                    <a:ext uri="{FF2B5EF4-FFF2-40B4-BE49-F238E27FC236}">
                      <a16:creationId xmlns:a16="http://schemas.microsoft.com/office/drawing/2014/main" id="{8A1E25FE-FED1-49C7-AB20-F60542D3B439}"/>
                    </a:ext>
                  </a:extLst>
                </p:cNvPr>
                <p:cNvSpPr>
                  <a:spLocks noChangeAspect="1"/>
                </p:cNvSpPr>
                <p:nvPr/>
              </p:nvSpPr>
              <p:spPr bwMode="auto">
                <a:xfrm>
                  <a:off x="9177866" y="347685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49" name="Square">
                  <a:extLst>
                    <a:ext uri="{FF2B5EF4-FFF2-40B4-BE49-F238E27FC236}">
                      <a16:creationId xmlns:a16="http://schemas.microsoft.com/office/drawing/2014/main" id="{221284D0-4A87-44A7-8EC7-DB4BC50B778F}"/>
                    </a:ext>
                  </a:extLst>
                </p:cNvPr>
                <p:cNvSpPr>
                  <a:spLocks noChangeAspect="1"/>
                </p:cNvSpPr>
                <p:nvPr/>
              </p:nvSpPr>
              <p:spPr bwMode="auto">
                <a:xfrm>
                  <a:off x="9127066" y="3359887"/>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0" name="Square">
                  <a:extLst>
                    <a:ext uri="{FF2B5EF4-FFF2-40B4-BE49-F238E27FC236}">
                      <a16:creationId xmlns:a16="http://schemas.microsoft.com/office/drawing/2014/main" id="{BA5FBA7B-9B41-4894-93D5-8CCE1CE231B1}"/>
                    </a:ext>
                  </a:extLst>
                </p:cNvPr>
                <p:cNvSpPr>
                  <a:spLocks noChangeAspect="1"/>
                </p:cNvSpPr>
                <p:nvPr/>
              </p:nvSpPr>
              <p:spPr bwMode="auto">
                <a:xfrm>
                  <a:off x="7554453" y="259539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1" name="Square">
                  <a:extLst>
                    <a:ext uri="{FF2B5EF4-FFF2-40B4-BE49-F238E27FC236}">
                      <a16:creationId xmlns:a16="http://schemas.microsoft.com/office/drawing/2014/main" id="{4509668D-9EC1-49F3-94C9-09C59C72BEE9}"/>
                    </a:ext>
                  </a:extLst>
                </p:cNvPr>
                <p:cNvSpPr>
                  <a:spLocks noChangeAspect="1"/>
                </p:cNvSpPr>
                <p:nvPr/>
              </p:nvSpPr>
              <p:spPr bwMode="auto">
                <a:xfrm>
                  <a:off x="7336163" y="2354478"/>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2" name="Square">
                  <a:extLst>
                    <a:ext uri="{FF2B5EF4-FFF2-40B4-BE49-F238E27FC236}">
                      <a16:creationId xmlns:a16="http://schemas.microsoft.com/office/drawing/2014/main" id="{4C86B7E1-4131-47F8-8B02-AA51BD743F90}"/>
                    </a:ext>
                  </a:extLst>
                </p:cNvPr>
                <p:cNvSpPr>
                  <a:spLocks noChangeAspect="1"/>
                </p:cNvSpPr>
                <p:nvPr/>
              </p:nvSpPr>
              <p:spPr bwMode="auto">
                <a:xfrm>
                  <a:off x="7860650" y="465566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3" name="Square">
                  <a:extLst>
                    <a:ext uri="{FF2B5EF4-FFF2-40B4-BE49-F238E27FC236}">
                      <a16:creationId xmlns:a16="http://schemas.microsoft.com/office/drawing/2014/main" id="{89DF0443-3584-4D22-8D2E-ABFC2A8CE729}"/>
                    </a:ext>
                  </a:extLst>
                </p:cNvPr>
                <p:cNvSpPr>
                  <a:spLocks noChangeAspect="1"/>
                </p:cNvSpPr>
                <p:nvPr/>
              </p:nvSpPr>
              <p:spPr bwMode="auto">
                <a:xfrm>
                  <a:off x="5993305" y="361754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4" name="Square">
                  <a:extLst>
                    <a:ext uri="{FF2B5EF4-FFF2-40B4-BE49-F238E27FC236}">
                      <a16:creationId xmlns:a16="http://schemas.microsoft.com/office/drawing/2014/main" id="{587BEAC7-2DA5-404C-B31E-6825358E345C}"/>
                    </a:ext>
                  </a:extLst>
                </p:cNvPr>
                <p:cNvSpPr>
                  <a:spLocks noChangeAspect="1"/>
                </p:cNvSpPr>
                <p:nvPr/>
              </p:nvSpPr>
              <p:spPr bwMode="auto">
                <a:xfrm>
                  <a:off x="6411103" y="443465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5" name="Square">
                  <a:extLst>
                    <a:ext uri="{FF2B5EF4-FFF2-40B4-BE49-F238E27FC236}">
                      <a16:creationId xmlns:a16="http://schemas.microsoft.com/office/drawing/2014/main" id="{F7DBD916-88F9-4CC2-AA8D-7F5E7842EB54}"/>
                    </a:ext>
                  </a:extLst>
                </p:cNvPr>
                <p:cNvSpPr>
                  <a:spLocks noChangeAspect="1"/>
                </p:cNvSpPr>
                <p:nvPr/>
              </p:nvSpPr>
              <p:spPr bwMode="auto">
                <a:xfrm>
                  <a:off x="5211503" y="294502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6" name="Square">
                  <a:extLst>
                    <a:ext uri="{FF2B5EF4-FFF2-40B4-BE49-F238E27FC236}">
                      <a16:creationId xmlns:a16="http://schemas.microsoft.com/office/drawing/2014/main" id="{B57E24D6-3C08-4ACF-B969-23C1115DF723}"/>
                    </a:ext>
                  </a:extLst>
                </p:cNvPr>
                <p:cNvSpPr>
                  <a:spLocks noChangeAspect="1"/>
                </p:cNvSpPr>
                <p:nvPr/>
              </p:nvSpPr>
              <p:spPr bwMode="auto">
                <a:xfrm>
                  <a:off x="5260244" y="2500250"/>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7" name="Square">
                  <a:extLst>
                    <a:ext uri="{FF2B5EF4-FFF2-40B4-BE49-F238E27FC236}">
                      <a16:creationId xmlns:a16="http://schemas.microsoft.com/office/drawing/2014/main" id="{0CDBA0E1-8577-4AE0-894B-80A6A598C4C0}"/>
                    </a:ext>
                  </a:extLst>
                </p:cNvPr>
                <p:cNvSpPr>
                  <a:spLocks noChangeAspect="1"/>
                </p:cNvSpPr>
                <p:nvPr/>
              </p:nvSpPr>
              <p:spPr bwMode="auto">
                <a:xfrm>
                  <a:off x="5989353" y="4841457"/>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8" name="Square">
                  <a:extLst>
                    <a:ext uri="{FF2B5EF4-FFF2-40B4-BE49-F238E27FC236}">
                      <a16:creationId xmlns:a16="http://schemas.microsoft.com/office/drawing/2014/main" id="{1D80FFDE-1C4F-440A-BBCD-BDE72DD69BF4}"/>
                    </a:ext>
                  </a:extLst>
                </p:cNvPr>
                <p:cNvSpPr>
                  <a:spLocks noChangeAspect="1"/>
                </p:cNvSpPr>
                <p:nvPr/>
              </p:nvSpPr>
              <p:spPr bwMode="auto">
                <a:xfrm>
                  <a:off x="7730579" y="2194356"/>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59" name="Square">
                  <a:extLst>
                    <a:ext uri="{FF2B5EF4-FFF2-40B4-BE49-F238E27FC236}">
                      <a16:creationId xmlns:a16="http://schemas.microsoft.com/office/drawing/2014/main" id="{80EB867B-789A-4F98-B77E-8A26ADD0A50D}"/>
                    </a:ext>
                  </a:extLst>
                </p:cNvPr>
                <p:cNvSpPr>
                  <a:spLocks noChangeAspect="1"/>
                </p:cNvSpPr>
                <p:nvPr/>
              </p:nvSpPr>
              <p:spPr bwMode="auto">
                <a:xfrm>
                  <a:off x="7863412" y="2528082"/>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60" name="Square">
                  <a:extLst>
                    <a:ext uri="{FF2B5EF4-FFF2-40B4-BE49-F238E27FC236}">
                      <a16:creationId xmlns:a16="http://schemas.microsoft.com/office/drawing/2014/main" id="{83C0503D-3509-4CAA-9F27-7CA59F95A6D2}"/>
                    </a:ext>
                  </a:extLst>
                </p:cNvPr>
                <p:cNvSpPr>
                  <a:spLocks noChangeAspect="1"/>
                </p:cNvSpPr>
                <p:nvPr/>
              </p:nvSpPr>
              <p:spPr bwMode="auto">
                <a:xfrm>
                  <a:off x="8643597" y="3300851"/>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61" name="Square">
                  <a:extLst>
                    <a:ext uri="{FF2B5EF4-FFF2-40B4-BE49-F238E27FC236}">
                      <a16:creationId xmlns:a16="http://schemas.microsoft.com/office/drawing/2014/main" id="{F2FED410-77C9-4C8A-A7D7-D2AC1BAD9ABA}"/>
                    </a:ext>
                  </a:extLst>
                </p:cNvPr>
                <p:cNvSpPr>
                  <a:spLocks noChangeAspect="1"/>
                </p:cNvSpPr>
                <p:nvPr/>
              </p:nvSpPr>
              <p:spPr bwMode="auto">
                <a:xfrm>
                  <a:off x="9911181" y="358464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62" name="Square">
                  <a:extLst>
                    <a:ext uri="{FF2B5EF4-FFF2-40B4-BE49-F238E27FC236}">
                      <a16:creationId xmlns:a16="http://schemas.microsoft.com/office/drawing/2014/main" id="{266F28C3-FEDA-4D4F-A656-5E6C1C1509CB}"/>
                    </a:ext>
                  </a:extLst>
                </p:cNvPr>
                <p:cNvSpPr>
                  <a:spLocks noChangeAspect="1"/>
                </p:cNvSpPr>
                <p:nvPr/>
              </p:nvSpPr>
              <p:spPr bwMode="auto">
                <a:xfrm>
                  <a:off x="10040202" y="3287887"/>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63" name="Square">
                  <a:extLst>
                    <a:ext uri="{FF2B5EF4-FFF2-40B4-BE49-F238E27FC236}">
                      <a16:creationId xmlns:a16="http://schemas.microsoft.com/office/drawing/2014/main" id="{B92CF2A8-63EC-4EDF-9129-712E62A03D3F}"/>
                    </a:ext>
                  </a:extLst>
                </p:cNvPr>
                <p:cNvSpPr>
                  <a:spLocks noChangeAspect="1"/>
                </p:cNvSpPr>
                <p:nvPr/>
              </p:nvSpPr>
              <p:spPr bwMode="auto">
                <a:xfrm>
                  <a:off x="6039855" y="237250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64" name="Square">
                  <a:extLst>
                    <a:ext uri="{FF2B5EF4-FFF2-40B4-BE49-F238E27FC236}">
                      <a16:creationId xmlns:a16="http://schemas.microsoft.com/office/drawing/2014/main" id="{ACBA3D2E-030D-416B-87C6-296095DC88D6}"/>
                    </a:ext>
                  </a:extLst>
                </p:cNvPr>
                <p:cNvSpPr>
                  <a:spLocks noChangeAspect="1"/>
                </p:cNvSpPr>
                <p:nvPr/>
              </p:nvSpPr>
              <p:spPr bwMode="auto">
                <a:xfrm>
                  <a:off x="9727496" y="3721358"/>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r>
                    <a:rPr lang="en-US" sz="1000"/>
                    <a:t> </a:t>
                  </a:r>
                </a:p>
              </p:txBody>
            </p:sp>
            <p:sp>
              <p:nvSpPr>
                <p:cNvPr id="165" name="Square">
                  <a:extLst>
                    <a:ext uri="{FF2B5EF4-FFF2-40B4-BE49-F238E27FC236}">
                      <a16:creationId xmlns:a16="http://schemas.microsoft.com/office/drawing/2014/main" id="{C3D851AA-9876-40A4-A90A-4DBBDAB3721F}"/>
                    </a:ext>
                  </a:extLst>
                </p:cNvPr>
                <p:cNvSpPr>
                  <a:spLocks noChangeAspect="1"/>
                </p:cNvSpPr>
                <p:nvPr/>
              </p:nvSpPr>
              <p:spPr bwMode="auto">
                <a:xfrm>
                  <a:off x="9700508" y="3635633"/>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r>
                    <a:rPr lang="en-US" sz="1000"/>
                    <a:t> </a:t>
                  </a:r>
                </a:p>
              </p:txBody>
            </p:sp>
            <p:sp>
              <p:nvSpPr>
                <p:cNvPr id="166" name="Square">
                  <a:extLst>
                    <a:ext uri="{FF2B5EF4-FFF2-40B4-BE49-F238E27FC236}">
                      <a16:creationId xmlns:a16="http://schemas.microsoft.com/office/drawing/2014/main" id="{07D48B8E-C284-41A7-BF7A-0256A63B4A12}"/>
                    </a:ext>
                  </a:extLst>
                </p:cNvPr>
                <p:cNvSpPr>
                  <a:spLocks noChangeAspect="1"/>
                </p:cNvSpPr>
                <p:nvPr/>
              </p:nvSpPr>
              <p:spPr bwMode="auto">
                <a:xfrm>
                  <a:off x="10924991" y="458366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67" name="Square">
                  <a:extLst>
                    <a:ext uri="{FF2B5EF4-FFF2-40B4-BE49-F238E27FC236}">
                      <a16:creationId xmlns:a16="http://schemas.microsoft.com/office/drawing/2014/main" id="{A5957E3F-A679-4C04-A3A8-73CB64534C2B}"/>
                    </a:ext>
                  </a:extLst>
                </p:cNvPr>
                <p:cNvSpPr>
                  <a:spLocks noChangeAspect="1"/>
                </p:cNvSpPr>
                <p:nvPr/>
              </p:nvSpPr>
              <p:spPr bwMode="auto">
                <a:xfrm>
                  <a:off x="10272877" y="3579107"/>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168" name="Square">
                  <a:extLst>
                    <a:ext uri="{FF2B5EF4-FFF2-40B4-BE49-F238E27FC236}">
                      <a16:creationId xmlns:a16="http://schemas.microsoft.com/office/drawing/2014/main" id="{EE108706-5B9D-455F-BB7C-5EF565F2E239}"/>
                    </a:ext>
                  </a:extLst>
                </p:cNvPr>
                <p:cNvSpPr>
                  <a:spLocks noChangeAspect="1"/>
                </p:cNvSpPr>
                <p:nvPr/>
              </p:nvSpPr>
              <p:spPr bwMode="auto">
                <a:xfrm>
                  <a:off x="7413183" y="2791614"/>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sp>
              <p:nvSpPr>
                <p:cNvPr id="2" name="Square">
                  <a:extLst>
                    <a:ext uri="{FF2B5EF4-FFF2-40B4-BE49-F238E27FC236}">
                      <a16:creationId xmlns:a16="http://schemas.microsoft.com/office/drawing/2014/main" id="{70AB32C6-05BF-B0F2-B650-252057EA3C3F}"/>
                    </a:ext>
                  </a:extLst>
                </p:cNvPr>
                <p:cNvSpPr>
                  <a:spLocks noChangeAspect="1"/>
                </p:cNvSpPr>
                <p:nvPr userDrawn="1"/>
              </p:nvSpPr>
              <p:spPr bwMode="auto">
                <a:xfrm>
                  <a:off x="10929385" y="4469435"/>
                  <a:ext cx="72088" cy="7200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a:p>
              </p:txBody>
            </p:sp>
          </p:grpSp>
        </p:grpSp>
      </p:grpSp>
    </p:spTree>
    <p:extLst>
      <p:ext uri="{BB962C8B-B14F-4D97-AF65-F5344CB8AC3E}">
        <p14:creationId xmlns:p14="http://schemas.microsoft.com/office/powerpoint/2010/main" val="7398007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p:txBody>
          <a:bodyPr numCol="2" spcCol="941832"/>
          <a:lstStyle>
            <a:lvl1pPr marL="0" indent="0">
              <a:buFontTx/>
              <a:buNone/>
              <a:tabLst>
                <a:tab pos="5254625" algn="r"/>
              </a:tabLst>
              <a:defRPr/>
            </a:lvl1pPr>
            <a:lvl2pPr marL="182880" indent="-182563">
              <a:tabLst>
                <a:tab pos="5254625" algn="r"/>
              </a:tabLst>
              <a:defRPr/>
            </a:lvl2pPr>
            <a:lvl3pPr marL="365760" indent="-182563">
              <a:tabLst>
                <a:tab pos="5254625" algn="r"/>
              </a:tabLst>
              <a:defRPr/>
            </a:lvl3pPr>
            <a:lvl4pPr marL="548640" indent="-182563">
              <a:tabLst>
                <a:tab pos="5254625" algn="r"/>
              </a:tabLst>
              <a:defRPr/>
            </a:lvl4pPr>
            <a:lvl5pPr marL="731520" indent="-182563">
              <a:tabLst>
                <a:tab pos="5254625" algn="r"/>
              </a:tabLst>
              <a:defRPr/>
            </a:lvl5pPr>
            <a:lvl6pPr marL="914400" indent="-182563">
              <a:tabLst>
                <a:tab pos="5254625" algn="r"/>
              </a:tabLst>
              <a:defRPr/>
            </a:lvl6pPr>
            <a:lvl7pPr marL="1097280" indent="-182563">
              <a:tabLst>
                <a:tab pos="5254625" algn="r"/>
              </a:tabLst>
              <a:defRPr/>
            </a:lvl7pPr>
            <a:lvl8pPr marL="1280160" indent="-182563">
              <a:tabLst>
                <a:tab pos="5254625" algn="r"/>
              </a:tabLst>
              <a:defRPr/>
            </a:lvl8pPr>
            <a:lvl9pPr marL="1463040" indent="-182563">
              <a:tabLst>
                <a:tab pos="5254625" algn="r"/>
              </a:tabLst>
              <a:defRPr/>
            </a:lvl9pPr>
          </a:lstStyle>
          <a:p>
            <a:pPr lvl="0"/>
            <a:r>
              <a:rPr lang="en-US"/>
              <a:t>[Agenda item]</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36169410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542" userDrawn="1">
          <p15:clr>
            <a:srgbClr val="FBAE40"/>
          </p15:clr>
        </p15:guide>
        <p15:guide id="2" pos="4138"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Tree>
    <p:extLst>
      <p:ext uri="{BB962C8B-B14F-4D97-AF65-F5344CB8AC3E}">
        <p14:creationId xmlns:p14="http://schemas.microsoft.com/office/powerpoint/2010/main" val="42783804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2506" userDrawn="1">
          <p15:clr>
            <a:srgbClr val="FBAE40"/>
          </p15:clr>
        </p15:guide>
        <p15:guide id="2" pos="2700" userDrawn="1">
          <p15:clr>
            <a:srgbClr val="FBAE40"/>
          </p15:clr>
        </p15:guide>
        <p15:guide id="3" orient="horz" pos="1266" userDrawn="1">
          <p15:clr>
            <a:srgbClr val="FBAE40"/>
          </p15:clr>
        </p15:guide>
        <p15:guide id="5" orient="horz" pos="4148">
          <p15:clr>
            <a:srgbClr val="FBAE40"/>
          </p15:clr>
        </p15:guide>
        <p15:guide id="6" pos="4978" userDrawn="1">
          <p15:clr>
            <a:srgbClr val="FBAE40"/>
          </p15:clr>
        </p15:guide>
        <p15:guide id="7" pos="5172" userDrawn="1">
          <p15:clr>
            <a:srgbClr val="FBAE40"/>
          </p15:clr>
        </p15:guide>
        <p15:guide id="8" orient="horz" pos="368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wi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4910433" cy="914400"/>
          </a:xfrm>
        </p:spPr>
        <p:txBody>
          <a:bodyPr/>
          <a:lstStyle>
            <a:lvl1pPr>
              <a:defRPr/>
            </a:lvl1pPr>
          </a:lstStyle>
          <a:p>
            <a:r>
              <a:rPr lang="en-US"/>
              <a:t>[Slide title]</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6"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365760" y="1828800"/>
            <a:ext cx="4186238" cy="4119563"/>
          </a:xfrm>
        </p:spPr>
        <p:txBody>
          <a:bodyPr/>
          <a:lstStyle>
            <a:lvl1pPr marL="0" marR="0" indent="0" algn="l" defTabSz="914400" rtl="0" eaLnBrk="1" fontAlgn="auto" latinLnBrk="0" hangingPunct="1">
              <a:lnSpc>
                <a:spcPct val="100000"/>
              </a:lnSpc>
              <a:spcBef>
                <a:spcPts val="1200"/>
              </a:spcBef>
              <a:spcAft>
                <a:spcPts val="0"/>
              </a:spcAft>
              <a:buClrTx/>
              <a:buSzTx/>
              <a:buFontTx/>
              <a:buNone/>
              <a:tabLst>
                <a:tab pos="5254625" algn="r"/>
              </a:tabLst>
              <a:defRPr/>
            </a:lvl1pPr>
            <a:lvl2pPr marL="182880" indent="0">
              <a:buNone/>
              <a:defRPr/>
            </a:lvl2pPr>
            <a:lvl3pPr marL="365760" indent="0">
              <a:buNone/>
              <a:defRPr/>
            </a:lvl3pPr>
            <a:lvl4pPr marL="548640" indent="0">
              <a:buNone/>
              <a:defRPr/>
            </a:lvl4pPr>
            <a:lvl5pPr marL="731520" indent="0">
              <a:buNone/>
              <a:defRPr/>
            </a:lvl5pPr>
          </a:lstStyle>
          <a:p>
            <a:r>
              <a:rPr lang="en-US"/>
              <a:t>Agenda items are Arial Regular 18pt	00</a:t>
            </a:r>
          </a:p>
          <a:p>
            <a:pPr marL="468630" lvl="1" indent="-285750">
              <a:buFont typeface="Wingdings" pitchFamily="2" charset="2"/>
              <a:buChar char="§"/>
            </a:pPr>
            <a:r>
              <a:rPr lang="en-US"/>
              <a:t>Additional text levels are possible</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a:p>
            <a:r>
              <a:rPr lang="en-US"/>
              <a:t>Section title	00</a:t>
            </a:r>
          </a:p>
        </p:txBody>
      </p:sp>
    </p:spTree>
    <p:extLst>
      <p:ext uri="{BB962C8B-B14F-4D97-AF65-F5344CB8AC3E}">
        <p14:creationId xmlns:p14="http://schemas.microsoft.com/office/powerpoint/2010/main" val="26449603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pos="5588" userDrawn="1">
          <p15:clr>
            <a:srgbClr val="FBAE40"/>
          </p15:clr>
        </p15:guide>
        <p15:guide id="4" orient="horz" pos="4148" userDrawn="1">
          <p15:clr>
            <a:srgbClr val="FBAE40"/>
          </p15:clr>
        </p15:guide>
        <p15:guide id="5" pos="578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4" userDrawn="1">
          <p15:clr>
            <a:srgbClr val="FBAE40"/>
          </p15:clr>
        </p15:guide>
        <p15:guide id="3" orient="horz" pos="3832" userDrawn="1">
          <p15:clr>
            <a:srgbClr val="FBAE40"/>
          </p15:clr>
        </p15:guide>
        <p15:guide id="4" orient="horz" pos="1152" userDrawn="1">
          <p15:clr>
            <a:srgbClr val="FBAE40"/>
          </p15:clr>
        </p15:guide>
        <p15:guide id="5" orient="horz" pos="414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2084" userDrawn="1">
          <p15:clr>
            <a:srgbClr val="FBAE40"/>
          </p15:clr>
        </p15:guide>
        <p15:guide id="2" pos="1890" userDrawn="1">
          <p15:clr>
            <a:srgbClr val="FBAE40"/>
          </p15:clr>
        </p15:guide>
        <p15:guide id="3" pos="5594" userDrawn="1">
          <p15:clr>
            <a:srgbClr val="FBAE40"/>
          </p15:clr>
        </p15:guide>
        <p15:guide id="4" pos="5788" userDrawn="1">
          <p15:clr>
            <a:srgbClr val="FBAE40"/>
          </p15:clr>
        </p15:guide>
        <p15:guide id="5" pos="3744" userDrawn="1">
          <p15:clr>
            <a:srgbClr val="FBAE40"/>
          </p15:clr>
        </p15:guide>
        <p15:guide id="6" pos="3934" userDrawn="1">
          <p15:clr>
            <a:srgbClr val="FBAE40"/>
          </p15:clr>
        </p15:guide>
        <p15:guide id="7" orient="horz" pos="1152" userDrawn="1">
          <p15:clr>
            <a:srgbClr val="FBAE40"/>
          </p15:clr>
        </p15:guide>
        <p15:guide id="8" orient="horz" pos="3832" userDrawn="1">
          <p15:clr>
            <a:srgbClr val="FBAE40"/>
          </p15:clr>
        </p15:guide>
        <p15:guide id="9" orient="horz" pos="414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pos="4978" userDrawn="1">
          <p15:clr>
            <a:srgbClr val="FBAE40"/>
          </p15:clr>
        </p15:guide>
        <p15:guide id="4" pos="5172" userDrawn="1">
          <p15:clr>
            <a:srgbClr val="FBAE40"/>
          </p15:clr>
        </p15:guide>
        <p15:guide id="5" orient="horz" pos="3832" userDrawn="1">
          <p15:clr>
            <a:srgbClr val="FBAE40"/>
          </p15:clr>
        </p15:guide>
        <p15:guide id="6" orient="horz" pos="1152" userDrawn="1">
          <p15:clr>
            <a:srgbClr val="FBAE40"/>
          </p15:clr>
        </p15:guide>
        <p15:guide id="7" orient="horz" pos="414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defRPr>
            </a:lvl1pPr>
            <a:lvl2pPr marL="182880">
              <a:spcBef>
                <a:spcPts val="1200"/>
              </a:spcBef>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mn-lt"/>
                <a:cs typeface="Trebuchet MS"/>
              </a:rPr>
              <a:t> </a:t>
            </a:r>
            <a:fld id="{110FD68B-4EE4-9D43-89F2-B87D6C9CEE3A}" type="slidenum">
              <a:rPr lang="en-US" sz="800" smtClean="0">
                <a:solidFill>
                  <a:schemeClr val="bg1"/>
                </a:solidFill>
                <a:latin typeface="+mn-lt"/>
                <a:cs typeface="Trebuchet MS"/>
              </a:rPr>
              <a:pPr algn="r"/>
              <a:t>‹#›</a:t>
            </a:fld>
            <a:endParaRPr lang="en-US" sz="800">
              <a:solidFill>
                <a:schemeClr val="bg1"/>
              </a:solidFill>
              <a:latin typeface="+mn-lt"/>
              <a:cs typeface="Trebuchet MS"/>
            </a:endParaRPr>
          </a:p>
        </p:txBody>
      </p:sp>
    </p:spTree>
    <p:extLst>
      <p:ext uri="{BB962C8B-B14F-4D97-AF65-F5344CB8AC3E}">
        <p14:creationId xmlns:p14="http://schemas.microsoft.com/office/powerpoint/2010/main" val="30808959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648" userDrawn="1">
          <p15:clr>
            <a:srgbClr val="FBAE40"/>
          </p15:clr>
        </p15:guide>
        <p15:guide id="2" pos="4032" userDrawn="1">
          <p15:clr>
            <a:srgbClr val="FBAE40"/>
          </p15:clr>
        </p15:guide>
        <p15:guide id="3" orient="horz" pos="3832">
          <p15:clr>
            <a:srgbClr val="FBAE40"/>
          </p15:clr>
        </p15:guide>
        <p15:guide id="4" orient="horz" pos="1440" userDrawn="1">
          <p15:clr>
            <a:srgbClr val="FBAE40"/>
          </p15:clr>
        </p15:guide>
        <p15:guide id="5" orient="horz" pos="4148">
          <p15:clr>
            <a:srgbClr val="FBAE40"/>
          </p15:clr>
        </p15:guide>
        <p15:guide id="6"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2715955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defRPr>
            </a:lvl1pPr>
          </a:lstStyle>
          <a:p>
            <a:r>
              <a:rPr lang="en-US"/>
              <a:t>[Click icon to insert photo]</a:t>
            </a:r>
          </a:p>
        </p:txBody>
      </p:sp>
    </p:spTree>
    <p:extLst>
      <p:ext uri="{BB962C8B-B14F-4D97-AF65-F5344CB8AC3E}">
        <p14:creationId xmlns:p14="http://schemas.microsoft.com/office/powerpoint/2010/main" val="30329422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userDrawn="1">
          <p15:clr>
            <a:srgbClr val="FBAE40"/>
          </p15:clr>
        </p15:guide>
        <p15:guide id="6" pos="393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userDrawn="1"/>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p>
            <a:r>
              <a:rPr lang="en-US"/>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14548612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userDrawn="1"/>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0" name="Rectangle 29">
            <a:extLst>
              <a:ext uri="{FF2B5EF4-FFF2-40B4-BE49-F238E27FC236}">
                <a16:creationId xmlns:a16="http://schemas.microsoft.com/office/drawing/2014/main" id="{17D3E450-F0B4-AE4F-A018-48E5825AD249}"/>
              </a:ext>
            </a:extLst>
          </p:cNvPr>
          <p:cNvSpPr/>
          <p:nvPr userDrawn="1"/>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1" name="Rectangle 30">
            <a:extLst>
              <a:ext uri="{FF2B5EF4-FFF2-40B4-BE49-F238E27FC236}">
                <a16:creationId xmlns:a16="http://schemas.microsoft.com/office/drawing/2014/main" id="{EB2F3EF2-AD8F-BA42-80FD-6B2B75404CBE}"/>
              </a:ext>
            </a:extLst>
          </p:cNvPr>
          <p:cNvSpPr/>
          <p:nvPr userDrawn="1"/>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7" name="Rectangle 26">
            <a:extLst>
              <a:ext uri="{FF2B5EF4-FFF2-40B4-BE49-F238E27FC236}">
                <a16:creationId xmlns:a16="http://schemas.microsoft.com/office/drawing/2014/main" id="{A939AD89-F192-FF4C-9FDE-8CDC37E3A118}"/>
              </a:ext>
            </a:extLst>
          </p:cNvPr>
          <p:cNvSpPr/>
          <p:nvPr userDrawn="1"/>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8" name="Rectangle 27">
            <a:extLst>
              <a:ext uri="{FF2B5EF4-FFF2-40B4-BE49-F238E27FC236}">
                <a16:creationId xmlns:a16="http://schemas.microsoft.com/office/drawing/2014/main" id="{0F78E8BA-7299-5B4B-90EF-16DDCFF61B65}"/>
              </a:ext>
            </a:extLst>
          </p:cNvPr>
          <p:cNvSpPr/>
          <p:nvPr userDrawn="1"/>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Rectangle 1">
            <a:extLst>
              <a:ext uri="{FF2B5EF4-FFF2-40B4-BE49-F238E27FC236}">
                <a16:creationId xmlns:a16="http://schemas.microsoft.com/office/drawing/2014/main" id="{E39CEA8B-A2F8-3B4B-92B2-F430FA70E5D8}"/>
              </a:ext>
            </a:extLst>
          </p:cNvPr>
          <p:cNvSpPr/>
          <p:nvPr userDrawn="1"/>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Shape 254">
            <a:extLst>
              <a:ext uri="{FF2B5EF4-FFF2-40B4-BE49-F238E27FC236}">
                <a16:creationId xmlns:a16="http://schemas.microsoft.com/office/drawing/2014/main" id="{75862DAC-BC9F-534C-9C89-CE60499DB282}"/>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userDrawn="1"/>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7917972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ck and Sand spli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2" name="Freeform 31">
            <a:extLst>
              <a:ext uri="{FF2B5EF4-FFF2-40B4-BE49-F238E27FC236}">
                <a16:creationId xmlns:a16="http://schemas.microsoft.com/office/drawing/2014/main" id="{136403A3-D4C5-E84F-8B96-DE5D6AE3517C}"/>
              </a:ext>
            </a:extLst>
          </p:cNvPr>
          <p:cNvSpPr/>
          <p:nvPr userDrawn="1"/>
        </p:nvSpPr>
        <p:spPr>
          <a:xfrm>
            <a:off x="7308866" y="1434775"/>
            <a:ext cx="4409647" cy="4749057"/>
          </a:xfrm>
          <a:custGeom>
            <a:avLst/>
            <a:gdLst>
              <a:gd name="connsiteX0" fmla="*/ 0 w 4409647"/>
              <a:gd name="connsiteY0" fmla="*/ 0 h 4749057"/>
              <a:gd name="connsiteX1" fmla="*/ 3702744 w 4409647"/>
              <a:gd name="connsiteY1" fmla="*/ 0 h 4749057"/>
              <a:gd name="connsiteX2" fmla="*/ 3703129 w 4409647"/>
              <a:gd name="connsiteY2" fmla="*/ 1391 h 4749057"/>
              <a:gd name="connsiteX3" fmla="*/ 4409647 w 4409647"/>
              <a:gd name="connsiteY3" fmla="*/ 1391 h 4749057"/>
              <a:gd name="connsiteX4" fmla="*/ 4409647 w 4409647"/>
              <a:gd name="connsiteY4" fmla="*/ 4749057 h 4749057"/>
              <a:gd name="connsiteX5" fmla="*/ 3599008 w 4409647"/>
              <a:gd name="connsiteY5" fmla="*/ 4749057 h 4749057"/>
              <a:gd name="connsiteX6" fmla="*/ 3599008 w 4409647"/>
              <a:gd name="connsiteY6" fmla="*/ 4749049 h 4749057"/>
              <a:gd name="connsiteX7" fmla="*/ 0 w 4409647"/>
              <a:gd name="connsiteY7" fmla="*/ 4749049 h 4749057"/>
              <a:gd name="connsiteX8" fmla="*/ 657529 w 4409647"/>
              <a:gd name="connsiteY8" fmla="*/ 2374525 h 474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9647" h="4749057">
                <a:moveTo>
                  <a:pt x="0" y="0"/>
                </a:moveTo>
                <a:lnTo>
                  <a:pt x="3702744" y="0"/>
                </a:lnTo>
                <a:lnTo>
                  <a:pt x="3703129" y="1391"/>
                </a:lnTo>
                <a:lnTo>
                  <a:pt x="4409647" y="1391"/>
                </a:lnTo>
                <a:lnTo>
                  <a:pt x="4409647" y="4749057"/>
                </a:lnTo>
                <a:lnTo>
                  <a:pt x="3599008" y="4749057"/>
                </a:lnTo>
                <a:lnTo>
                  <a:pt x="3599008" y="4749049"/>
                </a:lnTo>
                <a:lnTo>
                  <a:pt x="0" y="4749049"/>
                </a:lnTo>
                <a:lnTo>
                  <a:pt x="657529" y="2374525"/>
                </a:lnTo>
                <a:close/>
              </a:path>
            </a:pathLst>
          </a:custGeom>
          <a:solidFill>
            <a:schemeClr val="bg2"/>
          </a:solidFill>
          <a:ln>
            <a:noFill/>
          </a:ln>
        </p:spPr>
        <p:style>
          <a:lnRef idx="0">
            <a:schemeClr val="accent1"/>
          </a:lnRef>
          <a:fillRef idx="1">
            <a:schemeClr val="accent1"/>
          </a:fillRef>
          <a:effectRef idx="0">
            <a:srgbClr val="000000"/>
          </a:effectRef>
          <a:fontRef idx="minor">
            <a:schemeClr val="bg1"/>
          </a:fontRef>
        </p:style>
        <p:txBody>
          <a:bodyPr wrap="square" rtlCol="0" anchor="ctr">
            <a:noAutofit/>
          </a:bodyPr>
          <a:lstStyle/>
          <a:p>
            <a:pPr algn="ctr">
              <a:lnSpc>
                <a:spcPct val="100000"/>
              </a:lnSpc>
            </a:pPr>
            <a:endParaRPr lang="en-US" sz="1800"/>
          </a:p>
        </p:txBody>
      </p:sp>
      <p:sp>
        <p:nvSpPr>
          <p:cNvPr id="33" name="Pentagon 32">
            <a:extLst>
              <a:ext uri="{FF2B5EF4-FFF2-40B4-BE49-F238E27FC236}">
                <a16:creationId xmlns:a16="http://schemas.microsoft.com/office/drawing/2014/main" id="{754B9373-6DD7-4342-A7CF-94901BAE2421}"/>
              </a:ext>
            </a:extLst>
          </p:cNvPr>
          <p:cNvSpPr/>
          <p:nvPr userDrawn="1"/>
        </p:nvSpPr>
        <p:spPr>
          <a:xfrm>
            <a:off x="365760" y="1434775"/>
            <a:ext cx="8138024" cy="4749049"/>
          </a:xfrm>
          <a:prstGeom prst="homePlate">
            <a:avLst>
              <a:gd name="adj" fmla="val 14796"/>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4" name="Content Placeholder 3">
            <a:extLst>
              <a:ext uri="{FF2B5EF4-FFF2-40B4-BE49-F238E27FC236}">
                <a16:creationId xmlns:a16="http://schemas.microsoft.com/office/drawing/2014/main" id="{F1FA6CEB-34D4-A847-BF61-190089B39F92}"/>
              </a:ext>
            </a:extLst>
          </p:cNvPr>
          <p:cNvSpPr>
            <a:spLocks noGrp="1"/>
          </p:cNvSpPr>
          <p:nvPr>
            <p:ph sz="quarter" idx="14"/>
          </p:nvPr>
        </p:nvSpPr>
        <p:spPr>
          <a:xfrm>
            <a:off x="8794412" y="2057400"/>
            <a:ext cx="2633472" cy="3740255"/>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CB09CFE8-20C6-F140-A80A-4DC505D8D0F1}"/>
              </a:ext>
            </a:extLst>
          </p:cNvPr>
          <p:cNvSpPr>
            <a:spLocks noGrp="1"/>
          </p:cNvSpPr>
          <p:nvPr>
            <p:ph sz="half" idx="1"/>
          </p:nvPr>
        </p:nvSpPr>
        <p:spPr>
          <a:xfrm>
            <a:off x="849854" y="2002895"/>
            <a:ext cx="5425440" cy="379476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95436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defRPr>
            </a:lvl1pPr>
            <a:lvl2pPr marL="182880" indent="-182880">
              <a:spcBef>
                <a:spcPts val="1200"/>
              </a:spcBef>
              <a:buFont typeface="Arial" panose="020B0604020202020204" pitchFamily="34" charset="0"/>
              <a:buChar char="•"/>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[Statement]</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42778347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a:t>[Statement]</a:t>
            </a:r>
          </a:p>
        </p:txBody>
      </p:sp>
    </p:spTree>
    <p:extLst>
      <p:ext uri="{BB962C8B-B14F-4D97-AF65-F5344CB8AC3E}">
        <p14:creationId xmlns:p14="http://schemas.microsoft.com/office/powerpoint/2010/main" val="19466382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3" pos="3936" userDrawn="1">
          <p15:clr>
            <a:srgbClr val="FBAE40"/>
          </p15:clr>
        </p15:guide>
        <p15:guide id="4" pos="3744" userDrawn="1">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userDrawn="1">
          <p15:clr>
            <a:srgbClr val="FBAE40"/>
          </p15:clr>
        </p15:guide>
        <p15:guide id="11" pos="476"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9923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22874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 and Sidebar with teal box">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6096000" y="0"/>
            <a:ext cx="6096000"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985D88AB-63E1-E741-A6EB-DF5CD5CA5685}"/>
              </a:ext>
            </a:extLst>
          </p:cNvPr>
          <p:cNvSpPr/>
          <p:nvPr userDrawn="1"/>
        </p:nvSpPr>
        <p:spPr>
          <a:xfrm>
            <a:off x="5324255" y="4399722"/>
            <a:ext cx="2994991" cy="219986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4" name="Text Placeholder 3">
            <a:extLst>
              <a:ext uri="{FF2B5EF4-FFF2-40B4-BE49-F238E27FC236}">
                <a16:creationId xmlns:a16="http://schemas.microsoft.com/office/drawing/2014/main" id="{F6A996E6-60D4-A74E-B117-BF0A00752627}"/>
              </a:ext>
            </a:extLst>
          </p:cNvPr>
          <p:cNvSpPr>
            <a:spLocks noGrp="1"/>
          </p:cNvSpPr>
          <p:nvPr>
            <p:ph type="body" sz="quarter" idx="17"/>
          </p:nvPr>
        </p:nvSpPr>
        <p:spPr>
          <a:xfrm>
            <a:off x="5616011" y="5499652"/>
            <a:ext cx="2490787" cy="848761"/>
          </a:xfrm>
        </p:spPr>
        <p:txBody>
          <a:bodyPr anchor="ctr" anchorCtr="0">
            <a:normAutofit/>
          </a:bodyPr>
          <a:lstStyle>
            <a:lvl1pPr marL="0" indent="0" algn="ctr">
              <a:buNone/>
              <a:defRPr sz="1600">
                <a:solidFill>
                  <a:schemeClr val="bg1"/>
                </a:solidFill>
              </a:defRPr>
            </a:lvl1pPr>
            <a:lvl2pPr marL="182880" indent="0">
              <a:buNone/>
              <a:defRPr>
                <a:solidFill>
                  <a:schemeClr val="bg1"/>
                </a:solidFill>
              </a:defRPr>
            </a:lvl2pPr>
            <a:lvl3pPr marL="365760" indent="0">
              <a:buNone/>
              <a:defRPr>
                <a:solidFill>
                  <a:schemeClr val="bg1"/>
                </a:solidFill>
              </a:defRPr>
            </a:lvl3pPr>
            <a:lvl4pPr marL="548640" indent="0">
              <a:buNone/>
              <a:defRPr>
                <a:solidFill>
                  <a:schemeClr val="bg1"/>
                </a:solidFill>
              </a:defRPr>
            </a:lvl4pPr>
            <a:lvl5pPr marL="731520" indent="0">
              <a:buNone/>
              <a:defRPr>
                <a:solidFill>
                  <a:schemeClr val="bg1"/>
                </a:solidFill>
              </a:defRPr>
            </a:lvl5pPr>
          </a:lstStyle>
          <a:p>
            <a:pPr lvl="0"/>
            <a:endParaRPr lang="en-US"/>
          </a:p>
        </p:txBody>
      </p:sp>
    </p:spTree>
    <p:extLst>
      <p:ext uri="{BB962C8B-B14F-4D97-AF65-F5344CB8AC3E}">
        <p14:creationId xmlns:p14="http://schemas.microsoft.com/office/powerpoint/2010/main" val="2159183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478">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72905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142738" y="2492528"/>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254249" y="2492528"/>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37322" y="2492528"/>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65760" y="2492528"/>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21608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600200"/>
            <a:ext cx="4572000" cy="1828800"/>
          </a:xfrm>
          <a:solidFill>
            <a:schemeClr val="accent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600200"/>
            <a:ext cx="4572000" cy="1828800"/>
          </a:xfrm>
          <a:solidFill>
            <a:schemeClr val="tx2"/>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3749041"/>
            <a:ext cx="4572000" cy="1828800"/>
          </a:xfrm>
          <a:solidFill>
            <a:schemeClr val="accent2"/>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3749041"/>
            <a:ext cx="4572000" cy="1828800"/>
          </a:xfrm>
          <a:solidFill>
            <a:schemeClr val="accent3"/>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6587598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defRPr>
            </a:lvl1pPr>
            <a:lvl2pPr marL="182880" indent="-182880">
              <a:spcBef>
                <a:spcPts val="1200"/>
              </a:spcBef>
              <a:buFont typeface="Arial" panose="020B0604020202020204" pitchFamily="34" charset="0"/>
              <a:buChar char="•"/>
              <a:defRPr sz="1600">
                <a:solidFill>
                  <a:schemeClr val="tx1"/>
                </a:solidFill>
              </a:defRPr>
            </a:lvl2pPr>
            <a:lvl3pPr marL="365760">
              <a:defRPr sz="1600">
                <a:solidFill>
                  <a:schemeClr val="tx1"/>
                </a:solidFill>
              </a:defRPr>
            </a:lvl3pPr>
            <a:lvl4pPr marL="548640">
              <a:defRPr sz="1600">
                <a:solidFill>
                  <a:schemeClr val="tx1"/>
                </a:solidFill>
              </a:defRPr>
            </a:lvl4pPr>
            <a:lvl5pPr marL="731520">
              <a:defRPr sz="1600">
                <a:solidFill>
                  <a:schemeClr val="tx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defRPr>
            </a:lvl1pPr>
            <a:lvl2pPr marL="182880" indent="-182880">
              <a:spcBef>
                <a:spcPts val="1200"/>
              </a:spcBef>
              <a:buFont typeface="Arial" panose="020B0604020202020204" pitchFamily="34" charset="0"/>
              <a:buChar char="•"/>
              <a:defRPr sz="1600">
                <a:solidFill>
                  <a:schemeClr val="tx1"/>
                </a:solidFill>
              </a:defRPr>
            </a:lvl2pPr>
            <a:lvl3pPr marL="365760">
              <a:defRPr sz="1600">
                <a:solidFill>
                  <a:schemeClr val="tx1"/>
                </a:solidFill>
              </a:defRPr>
            </a:lvl3pPr>
            <a:lvl4pPr marL="548640">
              <a:defRPr sz="1600">
                <a:solidFill>
                  <a:schemeClr val="tx1"/>
                </a:solidFill>
              </a:defRPr>
            </a:lvl4pPr>
            <a:lvl5pPr marL="731520">
              <a:defRPr sz="1600">
                <a:solidFill>
                  <a:schemeClr val="tx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defRPr>
            </a:lvl1pPr>
            <a:lvl2pPr marL="182880" indent="-182880">
              <a:spcBef>
                <a:spcPts val="1200"/>
              </a:spcBef>
              <a:buFont typeface="Arial" panose="020B0604020202020204" pitchFamily="34" charset="0"/>
              <a:buChar char="•"/>
              <a:defRPr sz="1600">
                <a:solidFill>
                  <a:schemeClr val="tx1"/>
                </a:solidFill>
              </a:defRPr>
            </a:lvl2pPr>
            <a:lvl3pPr marL="365760">
              <a:defRPr sz="1600">
                <a:solidFill>
                  <a:schemeClr val="tx1"/>
                </a:solidFill>
              </a:defRPr>
            </a:lvl3pPr>
            <a:lvl4pPr marL="548640">
              <a:defRPr sz="1600">
                <a:solidFill>
                  <a:schemeClr val="tx1"/>
                </a:solidFill>
              </a:defRPr>
            </a:lvl4pPr>
            <a:lvl5pPr marL="731520">
              <a:defRPr sz="1600">
                <a:solidFill>
                  <a:schemeClr val="tx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defRPr>
            </a:lvl1pPr>
            <a:lvl2pPr marL="182880" indent="-182880">
              <a:spcBef>
                <a:spcPts val="1200"/>
              </a:spcBef>
              <a:buFont typeface="Arial" panose="020B0604020202020204" pitchFamily="34" charset="0"/>
              <a:buChar char="•"/>
              <a:defRPr sz="1600">
                <a:solidFill>
                  <a:schemeClr val="tx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id="{21ED8479-B827-0543-818F-C205C61745F5}"/>
              </a:ext>
            </a:extLst>
          </p:cNvPr>
          <p:cNvSpPr/>
          <p:nvPr userDrawn="1"/>
        </p:nvSpPr>
        <p:spPr>
          <a:xfrm>
            <a:off x="1376856"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Rectangle 7">
            <a:extLst>
              <a:ext uri="{FF2B5EF4-FFF2-40B4-BE49-F238E27FC236}">
                <a16:creationId xmlns:a16="http://schemas.microsoft.com/office/drawing/2014/main" id="{DBF87AB8-C489-3145-A597-EBA19BBB89B8}"/>
              </a:ext>
            </a:extLst>
          </p:cNvPr>
          <p:cNvSpPr/>
          <p:nvPr userDrawn="1"/>
        </p:nvSpPr>
        <p:spPr>
          <a:xfrm>
            <a:off x="1376856"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9" name="Rectangle 8">
            <a:extLst>
              <a:ext uri="{FF2B5EF4-FFF2-40B4-BE49-F238E27FC236}">
                <a16:creationId xmlns:a16="http://schemas.microsoft.com/office/drawing/2014/main" id="{3B4BED1D-79F4-C94A-ADF6-531074C9CC03}"/>
              </a:ext>
            </a:extLst>
          </p:cNvPr>
          <p:cNvSpPr/>
          <p:nvPr userDrawn="1"/>
        </p:nvSpPr>
        <p:spPr>
          <a:xfrm>
            <a:off x="6213900"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11" name="Rectangle 10">
            <a:extLst>
              <a:ext uri="{FF2B5EF4-FFF2-40B4-BE49-F238E27FC236}">
                <a16:creationId xmlns:a16="http://schemas.microsoft.com/office/drawing/2014/main" id="{F7F839C8-5EEC-2744-92E7-CB78AEAB0B57}"/>
              </a:ext>
            </a:extLst>
          </p:cNvPr>
          <p:cNvSpPr/>
          <p:nvPr userDrawn="1"/>
        </p:nvSpPr>
        <p:spPr>
          <a:xfrm>
            <a:off x="6213900"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12" name="Text Placeholder 11">
            <a:extLst>
              <a:ext uri="{FF2B5EF4-FFF2-40B4-BE49-F238E27FC236}">
                <a16:creationId xmlns:a16="http://schemas.microsoft.com/office/drawing/2014/main" id="{3543EF2C-0E96-534C-9A2E-EA9740AB0AA3}"/>
              </a:ext>
            </a:extLst>
          </p:cNvPr>
          <p:cNvSpPr>
            <a:spLocks noGrp="1"/>
          </p:cNvSpPr>
          <p:nvPr>
            <p:ph type="body" sz="quarter" idx="15" hasCustomPrompt="1"/>
          </p:nvPr>
        </p:nvSpPr>
        <p:spPr>
          <a:xfrm>
            <a:off x="1376857" y="1497013"/>
            <a:ext cx="4572000" cy="357187"/>
          </a:xfrm>
        </p:spPr>
        <p:txBody>
          <a:bodyPr anchor="ctr" anchorCtr="0">
            <a:normAutofit/>
          </a:bodyPr>
          <a:lstStyle>
            <a:lvl1pPr marL="0" indent="0" algn="ctr">
              <a:buNone/>
              <a:defRPr sz="1600" b="1">
                <a:solidFill>
                  <a:schemeClr val="bg1"/>
                </a:solidFill>
              </a:defRPr>
            </a:lvl1pPr>
          </a:lstStyle>
          <a:p>
            <a:pPr lvl="0"/>
            <a:r>
              <a:rPr lang="en-US"/>
              <a:t>Title header</a:t>
            </a:r>
          </a:p>
        </p:txBody>
      </p:sp>
      <p:sp>
        <p:nvSpPr>
          <p:cNvPr id="13" name="Text Placeholder 11">
            <a:extLst>
              <a:ext uri="{FF2B5EF4-FFF2-40B4-BE49-F238E27FC236}">
                <a16:creationId xmlns:a16="http://schemas.microsoft.com/office/drawing/2014/main" id="{62A56C94-5ABB-0544-9381-F6B187E2CAE0}"/>
              </a:ext>
            </a:extLst>
          </p:cNvPr>
          <p:cNvSpPr>
            <a:spLocks noGrp="1"/>
          </p:cNvSpPr>
          <p:nvPr>
            <p:ph type="body" sz="quarter" idx="16" hasCustomPrompt="1"/>
          </p:nvPr>
        </p:nvSpPr>
        <p:spPr>
          <a:xfrm>
            <a:off x="6213900" y="1497013"/>
            <a:ext cx="4572000" cy="357187"/>
          </a:xfrm>
        </p:spPr>
        <p:txBody>
          <a:bodyPr anchor="ctr" anchorCtr="0">
            <a:normAutofit/>
          </a:bodyPr>
          <a:lstStyle>
            <a:lvl1pPr marL="0" indent="0" algn="ctr">
              <a:buNone/>
              <a:defRPr sz="1600" b="1">
                <a:solidFill>
                  <a:schemeClr val="bg1"/>
                </a:solidFill>
              </a:defRPr>
            </a:lvl1pPr>
          </a:lstStyle>
          <a:p>
            <a:pPr lvl="0"/>
            <a:r>
              <a:rPr lang="en-US"/>
              <a:t>Title header</a:t>
            </a:r>
          </a:p>
        </p:txBody>
      </p:sp>
      <p:sp>
        <p:nvSpPr>
          <p:cNvPr id="14" name="Text Placeholder 11">
            <a:extLst>
              <a:ext uri="{FF2B5EF4-FFF2-40B4-BE49-F238E27FC236}">
                <a16:creationId xmlns:a16="http://schemas.microsoft.com/office/drawing/2014/main" id="{20C83C36-F998-ED4D-9BF2-56A68F22134E}"/>
              </a:ext>
            </a:extLst>
          </p:cNvPr>
          <p:cNvSpPr>
            <a:spLocks noGrp="1"/>
          </p:cNvSpPr>
          <p:nvPr>
            <p:ph type="body" sz="quarter" idx="17" hasCustomPrompt="1"/>
          </p:nvPr>
        </p:nvSpPr>
        <p:spPr>
          <a:xfrm>
            <a:off x="6213900" y="3975170"/>
            <a:ext cx="4572000" cy="357187"/>
          </a:xfrm>
        </p:spPr>
        <p:txBody>
          <a:bodyPr anchor="ctr" anchorCtr="0">
            <a:normAutofit/>
          </a:bodyPr>
          <a:lstStyle>
            <a:lvl1pPr marL="0" indent="0" algn="ctr">
              <a:buNone/>
              <a:defRPr sz="1600" b="1">
                <a:solidFill>
                  <a:schemeClr val="bg1"/>
                </a:solidFill>
              </a:defRPr>
            </a:lvl1pPr>
          </a:lstStyle>
          <a:p>
            <a:pPr lvl="0"/>
            <a:r>
              <a:rPr lang="en-US"/>
              <a:t>Title header</a:t>
            </a:r>
          </a:p>
        </p:txBody>
      </p:sp>
      <p:sp>
        <p:nvSpPr>
          <p:cNvPr id="15" name="Text Placeholder 11">
            <a:extLst>
              <a:ext uri="{FF2B5EF4-FFF2-40B4-BE49-F238E27FC236}">
                <a16:creationId xmlns:a16="http://schemas.microsoft.com/office/drawing/2014/main" id="{C001CF52-94D1-C741-BCC2-8936AECB169A}"/>
              </a:ext>
            </a:extLst>
          </p:cNvPr>
          <p:cNvSpPr>
            <a:spLocks noGrp="1"/>
          </p:cNvSpPr>
          <p:nvPr>
            <p:ph type="body" sz="quarter" idx="18" hasCustomPrompt="1"/>
          </p:nvPr>
        </p:nvSpPr>
        <p:spPr>
          <a:xfrm>
            <a:off x="1376857" y="3975170"/>
            <a:ext cx="4572000" cy="357187"/>
          </a:xfrm>
        </p:spPr>
        <p:txBody>
          <a:bodyPr anchor="ctr" anchorCtr="0">
            <a:normAutofit/>
          </a:bodyPr>
          <a:lstStyle>
            <a:lvl1pPr marL="0" indent="0" algn="ctr">
              <a:buNone/>
              <a:defRPr sz="1600" b="1">
                <a:solidFill>
                  <a:schemeClr val="bg1"/>
                </a:solidFill>
              </a:defRPr>
            </a:lvl1pPr>
          </a:lstStyle>
          <a:p>
            <a:pPr lvl="0"/>
            <a:r>
              <a:rPr lang="en-US"/>
              <a:t>Title header</a:t>
            </a:r>
          </a:p>
        </p:txBody>
      </p:sp>
    </p:spTree>
    <p:extLst>
      <p:ext uri="{BB962C8B-B14F-4D97-AF65-F5344CB8AC3E}">
        <p14:creationId xmlns:p14="http://schemas.microsoft.com/office/powerpoint/2010/main" val="30435546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Cluster 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26713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1" y="365760"/>
            <a:ext cx="3817619" cy="1120140"/>
          </a:xfrm>
        </p:spPr>
        <p:txBody>
          <a:bodyPr/>
          <a:lstStyle/>
          <a:p>
            <a:r>
              <a:rPr lang="en-US"/>
              <a:t>[Slide title]</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809245" y="3017521"/>
            <a:ext cx="3374135" cy="30632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411980" y="4114800"/>
            <a:ext cx="7780020" cy="196596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2">
            <a:extLst>
              <a:ext uri="{FF2B5EF4-FFF2-40B4-BE49-F238E27FC236}">
                <a16:creationId xmlns:a16="http://schemas.microsoft.com/office/drawing/2014/main" id="{3A51F650-E379-3E45-B320-89D0A550D566}"/>
              </a:ext>
            </a:extLst>
          </p:cNvPr>
          <p:cNvSpPr>
            <a:spLocks noGrp="1"/>
          </p:cNvSpPr>
          <p:nvPr>
            <p:ph type="body" sz="quarter" idx="13"/>
          </p:nvPr>
        </p:nvSpPr>
        <p:spPr>
          <a:xfrm>
            <a:off x="4411980" y="1280160"/>
            <a:ext cx="2331720" cy="2629217"/>
          </a:xfrm>
          <a:solidFill>
            <a:schemeClr val="tx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2">
            <a:extLst>
              <a:ext uri="{FF2B5EF4-FFF2-40B4-BE49-F238E27FC236}">
                <a16:creationId xmlns:a16="http://schemas.microsoft.com/office/drawing/2014/main" id="{06C11E3F-0D9E-0A4A-B201-335DD1847B8B}"/>
              </a:ext>
            </a:extLst>
          </p:cNvPr>
          <p:cNvSpPr>
            <a:spLocks noGrp="1"/>
          </p:cNvSpPr>
          <p:nvPr>
            <p:ph type="pic" sz="quarter" idx="16" hasCustomPrompt="1"/>
          </p:nvPr>
        </p:nvSpPr>
        <p:spPr>
          <a:xfrm>
            <a:off x="6743700" y="0"/>
            <a:ext cx="5448300" cy="411480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29255178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46776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418305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30228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58807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6470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Tree>
    <p:extLst>
      <p:ext uri="{BB962C8B-B14F-4D97-AF65-F5344CB8AC3E}">
        <p14:creationId xmlns:p14="http://schemas.microsoft.com/office/powerpoint/2010/main" val="7661234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userDrawn="1">
          <p15:clr>
            <a:srgbClr val="FBAE40"/>
          </p15:clr>
        </p15:guide>
        <p15:guide id="9" orient="horz" pos="2592"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709E5A0-CF32-5E47-894F-C739D06361FA}"/>
              </a:ext>
            </a:extLst>
          </p:cNvPr>
          <p:cNvSpPr/>
          <p:nvPr userDrawn="1"/>
        </p:nvSpPr>
        <p:spPr>
          <a:xfrm>
            <a:off x="7228309" y="1649651"/>
            <a:ext cx="4594883" cy="3877056"/>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9" name="Rectangle 8">
            <a:extLst>
              <a:ext uri="{FF2B5EF4-FFF2-40B4-BE49-F238E27FC236}">
                <a16:creationId xmlns:a16="http://schemas.microsoft.com/office/drawing/2014/main" id="{39ABF27F-53DD-D649-AFC6-C227410D39DC}"/>
              </a:ext>
            </a:extLst>
          </p:cNvPr>
          <p:cNvSpPr/>
          <p:nvPr userDrawn="1"/>
        </p:nvSpPr>
        <p:spPr>
          <a:xfrm>
            <a:off x="1206254" y="1645921"/>
            <a:ext cx="4594883" cy="388078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571500" y="2366010"/>
            <a:ext cx="2286000"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106308" y="2640330"/>
            <a:ext cx="2446020" cy="1737360"/>
          </a:xfrm>
        </p:spPr>
        <p:txBody>
          <a:bodyPr>
            <a:noAutofit/>
          </a:bodyPr>
          <a:lstStyle>
            <a:lvl1pPr marL="0" indent="0">
              <a:spcBef>
                <a:spcPts val="0"/>
              </a:spcBef>
              <a:buFont typeface="Arial" panose="020B0604020202020204" pitchFamily="34" charset="0"/>
              <a:buNone/>
              <a:defRPr sz="1600" b="1">
                <a:solidFill>
                  <a:schemeClr val="tx1"/>
                </a:solidFill>
              </a:defRPr>
            </a:lvl1pPr>
            <a:lvl2pPr marL="0" indent="0">
              <a:spcBef>
                <a:spcPts val="600"/>
              </a:spcBef>
              <a:buNone/>
              <a:defRPr sz="1400" b="0">
                <a:solidFill>
                  <a:schemeClr val="tx1"/>
                </a:solidFill>
              </a:defRPr>
            </a:lvl2pPr>
            <a:lvl3pPr marL="0" indent="0">
              <a:spcBef>
                <a:spcPts val="600"/>
              </a:spcBef>
              <a:buNone/>
              <a:defRPr sz="1400"/>
            </a:lvl3pPr>
            <a:lvl4pPr marL="171450" indent="-171450">
              <a:spcBef>
                <a:spcPts val="600"/>
              </a:spcBef>
              <a:buFont typeface="Wingdings" pitchFamily="2" charset="2"/>
              <a:buChar char="§"/>
              <a:defRPr sz="1200"/>
            </a:lvl4pPr>
            <a:lvl5pPr marL="365760" indent="-182880">
              <a:buFont typeface="Wingdings" pitchFamily="2" charset="2"/>
              <a:buChar char="§"/>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3"/>
            <a:r>
              <a:rPr lang="en-US"/>
              <a:t>Bullet list</a:t>
            </a:r>
          </a:p>
          <a:p>
            <a:pPr lvl="3"/>
            <a:endParaRPr lang="en-US"/>
          </a:p>
          <a:p>
            <a:pPr lvl="3"/>
            <a:endParaRPr lang="en-US"/>
          </a:p>
          <a:p>
            <a:r>
              <a:rPr lang="en-US" sz="1200" b="1"/>
              <a:t>Prior leadership roles at large, global companies, including:</a:t>
            </a:r>
            <a:endParaRPr lang="en-US" sz="1200"/>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6568442" y="2286000"/>
            <a:ext cx="2286000"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9075420" y="2640330"/>
            <a:ext cx="2221992" cy="1737360"/>
          </a:xfrm>
        </p:spPr>
        <p:txBody>
          <a:bodyPr>
            <a:noAutofit/>
          </a:bodyPr>
          <a:lstStyle>
            <a:lvl1pPr marL="0" indent="0">
              <a:spcBef>
                <a:spcPts val="600"/>
              </a:spcBef>
              <a:buFont typeface="Arial" panose="020B0604020202020204" pitchFamily="34" charset="0"/>
              <a:buNone/>
              <a:defRPr sz="1600" b="1">
                <a:solidFill>
                  <a:schemeClr val="tx1"/>
                </a:solidFill>
              </a:defRPr>
            </a:lvl1pPr>
            <a:lvl2pPr marL="0" indent="0">
              <a:spcBef>
                <a:spcPts val="600"/>
              </a:spcBef>
              <a:buNone/>
              <a:defRPr sz="1400" b="0">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3"/>
            <a:r>
              <a:rPr lang="en-US"/>
              <a:t>Bullet list</a:t>
            </a:r>
          </a:p>
          <a:p>
            <a:pPr lvl="3"/>
            <a:endParaRPr lang="en-US"/>
          </a:p>
          <a:p>
            <a:pPr lvl="3"/>
            <a:endParaRPr lang="en-US"/>
          </a:p>
          <a:p>
            <a:r>
              <a:rPr lang="en-US" sz="1200" b="1"/>
              <a:t>Prior leadership roles at large, global companies, including:</a:t>
            </a:r>
            <a:endParaRPr lang="en-US" sz="1200"/>
          </a:p>
        </p:txBody>
      </p:sp>
    </p:spTree>
    <p:extLst>
      <p:ext uri="{BB962C8B-B14F-4D97-AF65-F5344CB8AC3E}">
        <p14:creationId xmlns:p14="http://schemas.microsoft.com/office/powerpoint/2010/main" val="24329881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p15:clr>
            <a:srgbClr val="FBAE40"/>
          </p15:clr>
        </p15:guide>
        <p15:guide id="9" orient="horz" pos="25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p>
            <a:r>
              <a:rPr lang="en-US"/>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a:t>
            </a:r>
            <a:r>
              <a:rPr lang="en-US" err="1"/>
              <a:t>Firstname</a:t>
            </a:r>
            <a:r>
              <a:rPr lang="en-US"/>
              <a:t> </a:t>
            </a:r>
            <a:r>
              <a:rPr lang="en-US" err="1"/>
              <a:t>Lastname</a:t>
            </a:r>
            <a:r>
              <a:rPr lang="en-US"/>
              <a:t>]</a:t>
            </a:r>
          </a:p>
          <a:p>
            <a:pPr lvl="1"/>
            <a:r>
              <a:rPr lang="en-US"/>
              <a:t>[Title, Region]</a:t>
            </a:r>
          </a:p>
          <a:p>
            <a:pPr lvl="2"/>
            <a:r>
              <a:rPr lang="en-US"/>
              <a:t>[Summary]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[Sector]</a:t>
            </a:r>
          </a:p>
          <a:p>
            <a:pPr lvl="1"/>
            <a:r>
              <a:rPr lang="en-US"/>
              <a:t>[00 years of experience]</a:t>
            </a:r>
          </a:p>
          <a:p>
            <a:pPr lvl="2"/>
            <a:r>
              <a:rPr lang="en-US"/>
              <a:t>[Biography]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15679138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4768" userDrawn="1">
          <p15:clr>
            <a:srgbClr val="FBAE40"/>
          </p15:clr>
        </p15:guide>
        <p15:guide id="2" pos="4580" userDrawn="1">
          <p15:clr>
            <a:srgbClr val="FBAE40"/>
          </p15:clr>
        </p15:guide>
        <p15:guide id="3" orient="horz" pos="1152" userDrawn="1">
          <p15:clr>
            <a:srgbClr val="FBAE40"/>
          </p15:clr>
        </p15:guide>
        <p15:guide id="4" orient="horz" pos="3832" userDrawn="1">
          <p15:clr>
            <a:srgbClr val="FBAE40"/>
          </p15:clr>
        </p15:guide>
        <p15:guide id="5" pos="1890" userDrawn="1">
          <p15:clr>
            <a:srgbClr val="FBAE40"/>
          </p15:clr>
        </p15:guide>
        <p15:guide id="6" pos="2084"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userDrawn="1"/>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124712" y="731520"/>
            <a:ext cx="8503920" cy="2103120"/>
          </a:xfrm>
        </p:spPr>
        <p:txBody>
          <a:bodyPr anchor="t"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p>
            <a:pPr lvl="0"/>
            <a:r>
              <a:rPr lang="en-US"/>
              <a:t>[Additional content, if needed]</a:t>
            </a:r>
          </a:p>
        </p:txBody>
      </p:sp>
    </p:spTree>
    <p:extLst>
      <p:ext uri="{BB962C8B-B14F-4D97-AF65-F5344CB8AC3E}">
        <p14:creationId xmlns:p14="http://schemas.microsoft.com/office/powerpoint/2010/main" val="10399766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6066" userDrawn="1">
          <p15:clr>
            <a:srgbClr val="FBAE40"/>
          </p15:clr>
        </p15:guide>
        <p15:guide id="3" orient="horz" pos="3832">
          <p15:clr>
            <a:srgbClr val="FBAE40"/>
          </p15:clr>
        </p15:guide>
        <p15:guide id="4" orient="horz" pos="4148">
          <p15:clr>
            <a:srgbClr val="FBAE40"/>
          </p15:clr>
        </p15:guide>
        <p15:guide id="5" pos="70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18581659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tion Header Light Teal">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235670917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Header Blac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5666830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5588">
          <p15:clr>
            <a:srgbClr val="FBAE40"/>
          </p15:clr>
        </p15:guide>
        <p15:guide id="3" orient="horz" pos="3832">
          <p15:clr>
            <a:srgbClr val="FBAE40"/>
          </p15:clr>
        </p15:guide>
        <p15:guide id="4" orient="horz" pos="414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32292732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Header -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21700287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Header -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6512002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29118664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119789366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ection Header - Big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26246091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24075267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3662810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Half sand bottom half">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7" name="TextBox 6">
            <a:extLst>
              <a:ext uri="{FF2B5EF4-FFF2-40B4-BE49-F238E27FC236}">
                <a16:creationId xmlns:a16="http://schemas.microsoft.com/office/drawing/2014/main" id="{A9B57730-4188-C541-87CF-F6B2818DBCB9}"/>
              </a:ext>
            </a:extLst>
          </p:cNvPr>
          <p:cNvSpPr txBox="1"/>
          <p:nvPr userDrawn="1"/>
        </p:nvSpPr>
        <p:spPr>
          <a:xfrm>
            <a:off x="-1974715" y="-1750979"/>
            <a:ext cx="0" cy="0"/>
          </a:xfrm>
          <a:prstGeom prst="rect">
            <a:avLst/>
          </a:prstGeom>
          <a:noFill/>
        </p:spPr>
        <p:txBody>
          <a:bodyPr wrap="none" lIns="0" tIns="0" rIns="0" bIns="0" rtlCol="0">
            <a:noAutofit/>
          </a:bodyPr>
          <a:lstStyle/>
          <a:p>
            <a:pPr marL="0" indent="0" algn="l">
              <a:lnSpc>
                <a:spcPct val="100000"/>
              </a:lnSpc>
              <a:spcBef>
                <a:spcPts val="1200"/>
              </a:spcBef>
              <a:buSzPct val="100000"/>
              <a:buFont typeface="Arial" panose="020B0604020202020204" pitchFamily="34" charset="0"/>
              <a:buNone/>
            </a:pPr>
            <a:endParaRPr lang="en-US" sz="1800"/>
          </a:p>
        </p:txBody>
      </p:sp>
      <p:sp>
        <p:nvSpPr>
          <p:cNvPr id="24" name="Legal">
            <a:extLst>
              <a:ext uri="{FF2B5EF4-FFF2-40B4-BE49-F238E27FC236}">
                <a16:creationId xmlns:a16="http://schemas.microsoft.com/office/drawing/2014/main" id="{C488002F-59F6-1647-9C99-8A64A64A9B14}"/>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t>Confidential and Proprietary. © 2024 UST Global Inc</a:t>
            </a:r>
          </a:p>
        </p:txBody>
      </p:sp>
      <p:sp>
        <p:nvSpPr>
          <p:cNvPr id="25" name="Slide Number Placeholder 10">
            <a:extLst>
              <a:ext uri="{FF2B5EF4-FFF2-40B4-BE49-F238E27FC236}">
                <a16:creationId xmlns:a16="http://schemas.microsoft.com/office/drawing/2014/main" id="{E005E4E3-E3E6-7D41-85E9-9E6D664E0455}"/>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a:solidFill>
                <a:schemeClr val="tx1"/>
              </a:solidFill>
              <a:latin typeface="+mn-lt"/>
              <a:cs typeface="Trebuchet MS"/>
            </a:endParaRPr>
          </a:p>
        </p:txBody>
      </p:sp>
      <p:sp>
        <p:nvSpPr>
          <p:cNvPr id="26" name="UST" descr="UST">
            <a:extLst>
              <a:ext uri="{FF2B5EF4-FFF2-40B4-BE49-F238E27FC236}">
                <a16:creationId xmlns:a16="http://schemas.microsoft.com/office/drawing/2014/main" id="{4288F147-CA5C-4C40-8385-C50B1902280D}"/>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Title 1">
            <a:extLst>
              <a:ext uri="{FF2B5EF4-FFF2-40B4-BE49-F238E27FC236}">
                <a16:creationId xmlns:a16="http://schemas.microsoft.com/office/drawing/2014/main" id="{12319454-8670-4D40-A340-289ABE61F1E2}"/>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40047470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4090">
          <p15:clr>
            <a:srgbClr val="FBAE40"/>
          </p15:clr>
        </p15:guide>
        <p15:guide id="2" pos="748">
          <p15:clr>
            <a:srgbClr val="FBAE40"/>
          </p15:clr>
        </p15:guide>
        <p15:guide id="3" pos="4192">
          <p15:clr>
            <a:srgbClr val="FBAE40"/>
          </p15:clr>
        </p15:guide>
        <p15:guide id="4" pos="4004">
          <p15:clr>
            <a:srgbClr val="FBAE40"/>
          </p15:clr>
        </p15:guide>
        <p15:guide id="5" orient="horz" pos="77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Only + bottom callout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20FE6-7EB8-7041-AA1B-1A31760D3ABE}"/>
              </a:ext>
            </a:extLst>
          </p:cNvPr>
          <p:cNvSpPr/>
          <p:nvPr userDrawn="1"/>
        </p:nvSpPr>
        <p:spPr>
          <a:xfrm>
            <a:off x="-1524" y="6114426"/>
            <a:ext cx="12192000" cy="5873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pic>
        <p:nvPicPr>
          <p:cNvPr id="5" name="Picture 4" descr="Logo, icon&#10;&#10;Description automatically generated">
            <a:extLst>
              <a:ext uri="{FF2B5EF4-FFF2-40B4-BE49-F238E27FC236}">
                <a16:creationId xmlns:a16="http://schemas.microsoft.com/office/drawing/2014/main" id="{C374CEC6-01F5-0E4B-B146-C46AB843BA36}"/>
              </a:ext>
            </a:extLst>
          </p:cNvPr>
          <p:cNvPicPr>
            <a:picLocks noChangeAspect="1"/>
          </p:cNvPicPr>
          <p:nvPr userDrawn="1"/>
        </p:nvPicPr>
        <p:blipFill>
          <a:blip r:embed="rId2"/>
          <a:stretch>
            <a:fillRect/>
          </a:stretch>
        </p:blipFill>
        <p:spPr>
          <a:xfrm>
            <a:off x="365760" y="6234730"/>
            <a:ext cx="324974" cy="359182"/>
          </a:xfrm>
          <a:prstGeom prst="rect">
            <a:avLst/>
          </a:prstGeom>
        </p:spPr>
      </p:pic>
      <p:sp>
        <p:nvSpPr>
          <p:cNvPr id="6" name="Slide Number Placeholder 10">
            <a:extLst>
              <a:ext uri="{FF2B5EF4-FFF2-40B4-BE49-F238E27FC236}">
                <a16:creationId xmlns:a16="http://schemas.microsoft.com/office/drawing/2014/main" id="{D3CF422C-ACDA-544F-97DF-599F1A0975E3}"/>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a:solidFill>
                <a:schemeClr val="tx1"/>
              </a:solidFill>
              <a:latin typeface="+mn-lt"/>
              <a:cs typeface="Trebuchet MS"/>
            </a:endParaRPr>
          </a:p>
        </p:txBody>
      </p:sp>
      <p:sp>
        <p:nvSpPr>
          <p:cNvPr id="7" name="Legal">
            <a:extLst>
              <a:ext uri="{FF2B5EF4-FFF2-40B4-BE49-F238E27FC236}">
                <a16:creationId xmlns:a16="http://schemas.microsoft.com/office/drawing/2014/main" id="{A972C742-7560-2941-A7DB-CBA02B9EF4EE}"/>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t>Confidential and Proprietary. © 2024 UST Global Inc</a:t>
            </a:r>
          </a:p>
        </p:txBody>
      </p:sp>
    </p:spTree>
    <p:extLst>
      <p:ext uri="{BB962C8B-B14F-4D97-AF65-F5344CB8AC3E}">
        <p14:creationId xmlns:p14="http://schemas.microsoft.com/office/powerpoint/2010/main" val="34931928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827746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47135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orient="horz" pos="3832" userDrawn="1">
          <p15:clr>
            <a:srgbClr val="FBAE40"/>
          </p15:clr>
        </p15:guide>
        <p15:guide id="3" orient="horz" pos="4148" userDrawn="1">
          <p15:clr>
            <a:srgbClr val="FBAE40"/>
          </p15:clr>
        </p15:guide>
        <p15:guide id="4" orient="horz" pos="1152"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Questions?</a:t>
            </a:r>
          </a:p>
        </p:txBody>
      </p:sp>
      <p:pic>
        <p:nvPicPr>
          <p:cNvPr id="3" name="Picture 2" descr="Icon&#10;&#10;Description automatically generated with medium confidence">
            <a:extLst>
              <a:ext uri="{FF2B5EF4-FFF2-40B4-BE49-F238E27FC236}">
                <a16:creationId xmlns:a16="http://schemas.microsoft.com/office/drawing/2014/main" id="{A02A78E1-97C6-6B47-A7D5-515210C9C5F2}"/>
              </a:ext>
            </a:extLst>
          </p:cNvPr>
          <p:cNvPicPr>
            <a:picLocks noChangeAspect="1"/>
          </p:cNvPicPr>
          <p:nvPr userDrawn="1"/>
        </p:nvPicPr>
        <p:blipFill>
          <a:blip r:embed="rId2"/>
          <a:stretch>
            <a:fillRect/>
          </a:stretch>
        </p:blipFill>
        <p:spPr>
          <a:xfrm>
            <a:off x="4903595" y="365760"/>
            <a:ext cx="6108561" cy="6108561"/>
          </a:xfrm>
          <a:prstGeom prst="rect">
            <a:avLst/>
          </a:prstGeom>
        </p:spPr>
      </p:pic>
    </p:spTree>
    <p:extLst>
      <p:ext uri="{BB962C8B-B14F-4D97-AF65-F5344CB8AC3E}">
        <p14:creationId xmlns:p14="http://schemas.microsoft.com/office/powerpoint/2010/main" val="24517939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152">
          <p15:clr>
            <a:srgbClr val="FBAE40"/>
          </p15:clr>
        </p15:guide>
        <p15:guide id="2" orient="horz" pos="3832">
          <p15:clr>
            <a:srgbClr val="FBAE40"/>
          </p15:clr>
        </p15:guide>
        <p15:guide id="3" orient="horz" pos="414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Boundless impact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userDrawn="1"/>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4" name="TextBox 3">
            <a:extLst>
              <a:ext uri="{FF2B5EF4-FFF2-40B4-BE49-F238E27FC236}">
                <a16:creationId xmlns:a16="http://schemas.microsoft.com/office/drawing/2014/main" id="{98950798-3CD2-0446-A548-33B6591367B8}"/>
              </a:ext>
            </a:extLst>
          </p:cNvPr>
          <p:cNvSpPr txBox="1"/>
          <p:nvPr userDrawn="1"/>
        </p:nvSpPr>
        <p:spPr>
          <a:xfrm>
            <a:off x="1371995" y="3826932"/>
            <a:ext cx="5446494" cy="1501423"/>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23681352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userDrawn="1"/>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118576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598624"/>
          </a:xfrm>
        </p:spPr>
        <p:txBody>
          <a:bodyPr anchor="b" anchorCtr="0">
            <a:noAutofit/>
          </a:bodyPr>
          <a:lstStyle>
            <a:lvl1pPr marL="0" indent="0">
              <a:spcBef>
                <a:spcPts val="0"/>
              </a:spcBef>
              <a:buFontTx/>
              <a:buNone/>
              <a:defRPr sz="1600">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[Optional contact information]</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a:solidFill>
                  <a:schemeClr val="bg1"/>
                </a:solidFill>
              </a:rPr>
              <a:t>ust.com</a:t>
            </a:r>
          </a:p>
        </p:txBody>
      </p:sp>
    </p:spTree>
    <p:extLst>
      <p:ext uri="{BB962C8B-B14F-4D97-AF65-F5344CB8AC3E}">
        <p14:creationId xmlns:p14="http://schemas.microsoft.com/office/powerpoint/2010/main" val="38763996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pos="5788" userDrawn="1">
          <p15:clr>
            <a:srgbClr val="FBAE40"/>
          </p15:clr>
        </p15:guide>
        <p15:guide id="5" orient="horz" pos="4090" userDrawn="1">
          <p15:clr>
            <a:srgbClr val="FBAE40"/>
          </p15:clr>
        </p15:guide>
        <p15:guide id="6" pos="5594"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a:t>Copyright © 2024 by UST Global Inc. All rights reserved.</a:t>
            </a:r>
          </a:p>
          <a:p>
            <a:pPr>
              <a:lnSpc>
                <a:spcPct val="100000"/>
              </a:lnSpc>
              <a:spcBef>
                <a:spcPts val="1200"/>
              </a:spcBef>
              <a:buSzPct val="100000"/>
            </a:pPr>
            <a:r>
              <a:rPr lang="en-US"/>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a:t>UST</a:t>
            </a:r>
            <a:r>
              <a:rPr lang="en-US" baseline="30000"/>
              <a:t>®</a:t>
            </a:r>
            <a:r>
              <a:rPr lang="en-US"/>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a:solidFill>
                  <a:schemeClr val="tx1"/>
                </a:solidFill>
              </a:rPr>
              <a:t>UST</a:t>
            </a:r>
          </a:p>
          <a:p>
            <a:pPr>
              <a:lnSpc>
                <a:spcPct val="100000"/>
              </a:lnSpc>
              <a:spcBef>
                <a:spcPts val="0"/>
              </a:spcBef>
              <a:buSzPct val="100000"/>
            </a:pPr>
            <a:r>
              <a:rPr lang="en-US" b="0">
                <a:solidFill>
                  <a:schemeClr val="tx1"/>
                </a:solidFill>
              </a:rPr>
              <a:t>5 Polaris Way</a:t>
            </a:r>
          </a:p>
          <a:p>
            <a:pPr>
              <a:lnSpc>
                <a:spcPct val="100000"/>
              </a:lnSpc>
              <a:spcBef>
                <a:spcPts val="0"/>
              </a:spcBef>
              <a:buSzPct val="100000"/>
            </a:pPr>
            <a:r>
              <a:rPr lang="en-US" b="0">
                <a:solidFill>
                  <a:schemeClr val="tx1"/>
                </a:solidFill>
              </a:rPr>
              <a:t>Aliso Viejo, CA 92656</a:t>
            </a:r>
          </a:p>
          <a:p>
            <a:pPr>
              <a:lnSpc>
                <a:spcPct val="100000"/>
              </a:lnSpc>
              <a:spcBef>
                <a:spcPts val="1200"/>
              </a:spcBef>
              <a:buSzPct val="100000"/>
            </a:pPr>
            <a:r>
              <a:rPr lang="en-US" b="0">
                <a:solidFill>
                  <a:schemeClr val="tx1"/>
                </a:solidFill>
              </a:rPr>
              <a:t>T +1 949 716 8757</a:t>
            </a:r>
          </a:p>
          <a:p>
            <a:pPr>
              <a:lnSpc>
                <a:spcPct val="100000"/>
              </a:lnSpc>
              <a:spcBef>
                <a:spcPts val="0"/>
              </a:spcBef>
              <a:buSzPct val="100000"/>
            </a:pPr>
            <a:r>
              <a:rPr lang="en-US" b="0">
                <a:solidFill>
                  <a:schemeClr val="tx1"/>
                </a:solidFill>
              </a:rPr>
              <a:t>F +1 949 716 8396</a:t>
            </a:r>
          </a:p>
          <a:p>
            <a:pPr>
              <a:lnSpc>
                <a:spcPct val="100000"/>
              </a:lnSpc>
              <a:spcBef>
                <a:spcPts val="1200"/>
              </a:spcBef>
              <a:buSzPct val="100000"/>
            </a:pPr>
            <a:r>
              <a:rPr lang="en-US" b="1">
                <a:solidFill>
                  <a:schemeClr val="tx1"/>
                </a:solidFill>
              </a:rPr>
              <a:t>ust.com</a:t>
            </a:r>
          </a:p>
        </p:txBody>
      </p:sp>
      <p:sp>
        <p:nvSpPr>
          <p:cNvPr id="11" name="LinkedIn">
            <a:hlinkClick r:id="rId2"/>
            <a:extLst>
              <a:ext uri="{FF2B5EF4-FFF2-40B4-BE49-F238E27FC236}">
                <a16:creationId xmlns:a16="http://schemas.microsoft.com/office/drawing/2014/main" id="{36E860F1-0833-42C3-B18C-E49EAE88C996}"/>
              </a:ext>
            </a:extLst>
          </p:cNvPr>
          <p:cNvSpPr>
            <a:spLocks noChangeAspect="1" noEditPoints="1"/>
          </p:cNvSpPr>
          <p:nvPr userDrawn="1"/>
        </p:nvSpPr>
        <p:spPr bwMode="auto">
          <a:xfrm>
            <a:off x="9197136" y="5555832"/>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acebook">
            <a:hlinkClick r:id="rId3"/>
            <a:extLst>
              <a:ext uri="{FF2B5EF4-FFF2-40B4-BE49-F238E27FC236}">
                <a16:creationId xmlns:a16="http://schemas.microsoft.com/office/drawing/2014/main" id="{D3CE881A-2E2C-4BF7-81A2-0B6ABD537CEA}"/>
              </a:ext>
            </a:extLst>
          </p:cNvPr>
          <p:cNvSpPr>
            <a:spLocks/>
          </p:cNvSpPr>
          <p:nvPr userDrawn="1"/>
        </p:nvSpPr>
        <p:spPr bwMode="auto">
          <a:xfrm>
            <a:off x="9674955"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Twitter">
            <a:hlinkClick r:id="rId4"/>
            <a:extLst>
              <a:ext uri="{FF2B5EF4-FFF2-40B4-BE49-F238E27FC236}">
                <a16:creationId xmlns:a16="http://schemas.microsoft.com/office/drawing/2014/main" id="{BF12F575-1E00-479B-A66D-E741929EE483}"/>
              </a:ext>
            </a:extLst>
          </p:cNvPr>
          <p:cNvSpPr>
            <a:spLocks/>
          </p:cNvSpPr>
          <p:nvPr userDrawn="1"/>
        </p:nvSpPr>
        <p:spPr bwMode="auto">
          <a:xfrm>
            <a:off x="10031913" y="5580629"/>
            <a:ext cx="268783" cy="219456"/>
          </a:xfrm>
          <a:custGeom>
            <a:avLst/>
            <a:gdLst>
              <a:gd name="T0" fmla="*/ 709 w 709"/>
              <a:gd name="T1" fmla="*/ 68 h 576"/>
              <a:gd name="T2" fmla="*/ 709 w 709"/>
              <a:gd name="T3" fmla="*/ 68 h 576"/>
              <a:gd name="T4" fmla="*/ 626 w 709"/>
              <a:gd name="T5" fmla="*/ 91 h 576"/>
              <a:gd name="T6" fmla="*/ 690 w 709"/>
              <a:gd name="T7" fmla="*/ 11 h 576"/>
              <a:gd name="T8" fmla="*/ 597 w 709"/>
              <a:gd name="T9" fmla="*/ 46 h 576"/>
              <a:gd name="T10" fmla="*/ 491 w 709"/>
              <a:gd name="T11" fmla="*/ 0 h 576"/>
              <a:gd name="T12" fmla="*/ 346 w 709"/>
              <a:gd name="T13" fmla="*/ 145 h 576"/>
              <a:gd name="T14" fmla="*/ 350 w 709"/>
              <a:gd name="T15" fmla="*/ 179 h 576"/>
              <a:gd name="T16" fmla="*/ 50 w 709"/>
              <a:gd name="T17" fmla="*/ 27 h 576"/>
              <a:gd name="T18" fmla="*/ 30 w 709"/>
              <a:gd name="T19" fmla="*/ 100 h 576"/>
              <a:gd name="T20" fmla="*/ 95 w 709"/>
              <a:gd name="T21" fmla="*/ 221 h 576"/>
              <a:gd name="T22" fmla="*/ 29 w 709"/>
              <a:gd name="T23" fmla="*/ 203 h 576"/>
              <a:gd name="T24" fmla="*/ 29 w 709"/>
              <a:gd name="T25" fmla="*/ 204 h 576"/>
              <a:gd name="T26" fmla="*/ 146 w 709"/>
              <a:gd name="T27" fmla="*/ 347 h 576"/>
              <a:gd name="T28" fmla="*/ 107 w 709"/>
              <a:gd name="T29" fmla="*/ 352 h 576"/>
              <a:gd name="T30" fmla="*/ 80 w 709"/>
              <a:gd name="T31" fmla="*/ 349 h 576"/>
              <a:gd name="T32" fmla="*/ 216 w 709"/>
              <a:gd name="T33" fmla="*/ 450 h 576"/>
              <a:gd name="T34" fmla="*/ 35 w 709"/>
              <a:gd name="T35" fmla="*/ 513 h 576"/>
              <a:gd name="T36" fmla="*/ 0 w 709"/>
              <a:gd name="T37" fmla="*/ 511 h 576"/>
              <a:gd name="T38" fmla="*/ 223 w 709"/>
              <a:gd name="T39" fmla="*/ 576 h 576"/>
              <a:gd name="T40" fmla="*/ 637 w 709"/>
              <a:gd name="T41" fmla="*/ 162 h 576"/>
              <a:gd name="T42" fmla="*/ 637 w 709"/>
              <a:gd name="T43" fmla="*/ 143 h 576"/>
              <a:gd name="T44" fmla="*/ 709 w 709"/>
              <a:gd name="T45" fmla="*/ 6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9" h="576">
                <a:moveTo>
                  <a:pt x="709" y="68"/>
                </a:moveTo>
                <a:lnTo>
                  <a:pt x="709" y="68"/>
                </a:lnTo>
                <a:cubicBezTo>
                  <a:pt x="683" y="80"/>
                  <a:pt x="655" y="88"/>
                  <a:pt x="626" y="91"/>
                </a:cubicBezTo>
                <a:cubicBezTo>
                  <a:pt x="656" y="73"/>
                  <a:pt x="679" y="45"/>
                  <a:pt x="690" y="11"/>
                </a:cubicBezTo>
                <a:cubicBezTo>
                  <a:pt x="662" y="27"/>
                  <a:pt x="630" y="39"/>
                  <a:pt x="597" y="46"/>
                </a:cubicBezTo>
                <a:cubicBezTo>
                  <a:pt x="571" y="18"/>
                  <a:pt x="533" y="0"/>
                  <a:pt x="491" y="0"/>
                </a:cubicBezTo>
                <a:cubicBezTo>
                  <a:pt x="411" y="0"/>
                  <a:pt x="346" y="65"/>
                  <a:pt x="346" y="145"/>
                </a:cubicBezTo>
                <a:cubicBezTo>
                  <a:pt x="346" y="157"/>
                  <a:pt x="347" y="168"/>
                  <a:pt x="350" y="179"/>
                </a:cubicBezTo>
                <a:cubicBezTo>
                  <a:pt x="229" y="172"/>
                  <a:pt x="122" y="115"/>
                  <a:pt x="50" y="27"/>
                </a:cubicBezTo>
                <a:cubicBezTo>
                  <a:pt x="37" y="48"/>
                  <a:pt x="30" y="73"/>
                  <a:pt x="30" y="100"/>
                </a:cubicBezTo>
                <a:cubicBezTo>
                  <a:pt x="30" y="150"/>
                  <a:pt x="56" y="195"/>
                  <a:pt x="95" y="221"/>
                </a:cubicBezTo>
                <a:cubicBezTo>
                  <a:pt x="71" y="220"/>
                  <a:pt x="49" y="213"/>
                  <a:pt x="29" y="203"/>
                </a:cubicBezTo>
                <a:cubicBezTo>
                  <a:pt x="29" y="203"/>
                  <a:pt x="29" y="204"/>
                  <a:pt x="29" y="204"/>
                </a:cubicBezTo>
                <a:cubicBezTo>
                  <a:pt x="29" y="275"/>
                  <a:pt x="79" y="334"/>
                  <a:pt x="146" y="347"/>
                </a:cubicBezTo>
                <a:cubicBezTo>
                  <a:pt x="133" y="350"/>
                  <a:pt x="121" y="352"/>
                  <a:pt x="107" y="352"/>
                </a:cubicBezTo>
                <a:cubicBezTo>
                  <a:pt x="98" y="352"/>
                  <a:pt x="89" y="351"/>
                  <a:pt x="80" y="349"/>
                </a:cubicBezTo>
                <a:cubicBezTo>
                  <a:pt x="98" y="407"/>
                  <a:pt x="152" y="449"/>
                  <a:pt x="216" y="450"/>
                </a:cubicBezTo>
                <a:cubicBezTo>
                  <a:pt x="166" y="489"/>
                  <a:pt x="103" y="513"/>
                  <a:pt x="35" y="513"/>
                </a:cubicBezTo>
                <a:cubicBezTo>
                  <a:pt x="23" y="513"/>
                  <a:pt x="12" y="512"/>
                  <a:pt x="0" y="511"/>
                </a:cubicBezTo>
                <a:cubicBezTo>
                  <a:pt x="65" y="552"/>
                  <a:pt x="141" y="576"/>
                  <a:pt x="223" y="576"/>
                </a:cubicBezTo>
                <a:cubicBezTo>
                  <a:pt x="491" y="576"/>
                  <a:pt x="637" y="354"/>
                  <a:pt x="637" y="162"/>
                </a:cubicBezTo>
                <a:cubicBezTo>
                  <a:pt x="637" y="156"/>
                  <a:pt x="637" y="150"/>
                  <a:pt x="637" y="143"/>
                </a:cubicBezTo>
                <a:cubicBezTo>
                  <a:pt x="665" y="123"/>
                  <a:pt x="690" y="97"/>
                  <a:pt x="709" y="68"/>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YouTube">
            <a:hlinkClick r:id="rId5"/>
            <a:extLst>
              <a:ext uri="{FF2B5EF4-FFF2-40B4-BE49-F238E27FC236}">
                <a16:creationId xmlns:a16="http://schemas.microsoft.com/office/drawing/2014/main" id="{7FB14B23-C759-4C47-887D-A27839DAE366}"/>
              </a:ext>
            </a:extLst>
          </p:cNvPr>
          <p:cNvSpPr>
            <a:spLocks noEditPoints="1"/>
          </p:cNvSpPr>
          <p:nvPr userDrawn="1"/>
        </p:nvSpPr>
        <p:spPr bwMode="auto">
          <a:xfrm>
            <a:off x="10916563" y="5594887"/>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pic>
        <p:nvPicPr>
          <p:cNvPr id="10" name="Picture 22" descr="A close up of a sign&#10;&#10;Description automatically generated">
            <a:extLst>
              <a:ext uri="{FF2B5EF4-FFF2-40B4-BE49-F238E27FC236}">
                <a16:creationId xmlns:a16="http://schemas.microsoft.com/office/drawing/2014/main" id="{1BF68AD8-32F7-6640-ABD8-B8FA66DB0802}"/>
              </a:ext>
            </a:extLst>
          </p:cNvPr>
          <p:cNvPicPr>
            <a:picLocks noChangeAspect="1"/>
          </p:cNvPicPr>
          <p:nvPr userDrawn="1"/>
        </p:nvPicPr>
        <p:blipFill>
          <a:blip r:embed="rId6"/>
          <a:stretch>
            <a:fillRect/>
          </a:stretch>
        </p:blipFill>
        <p:spPr>
          <a:xfrm>
            <a:off x="10475771" y="5555833"/>
            <a:ext cx="265741" cy="262852"/>
          </a:xfrm>
          <a:prstGeom prst="rect">
            <a:avLst/>
          </a:prstGeom>
        </p:spPr>
      </p:pic>
    </p:spTree>
    <p:extLst>
      <p:ext uri="{BB962C8B-B14F-4D97-AF65-F5344CB8AC3E}">
        <p14:creationId xmlns:p14="http://schemas.microsoft.com/office/powerpoint/2010/main" val="42780992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1150" userDrawn="1">
          <p15:clr>
            <a:srgbClr val="FBAE40"/>
          </p15:clr>
        </p15:guide>
        <p15:guide id="2" orient="horz" pos="3832" userDrawn="1">
          <p15:clr>
            <a:srgbClr val="FBAE40"/>
          </p15:clr>
        </p15:guide>
        <p15:guide id="3" pos="5588" userDrawn="1">
          <p15:clr>
            <a:srgbClr val="FBAE40"/>
          </p15:clr>
        </p15:guide>
        <p15:guide id="4" pos="5786" userDrawn="1">
          <p15:clr>
            <a:srgbClr val="FBAE40"/>
          </p15:clr>
        </p15:guide>
        <p15:guide id="5" orient="horz" pos="4148" userDrawn="1">
          <p15:clr>
            <a:srgbClr val="FBAE40"/>
          </p15:clr>
        </p15:guide>
        <p15:guide id="6" pos="5386" userDrawn="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userDrawn="1"/>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a:ln>
                  <a:noFill/>
                </a:ln>
                <a:solidFill>
                  <a:srgbClr val="FFFFFF"/>
                </a:solidFill>
                <a:effectLst/>
                <a:uLnTx/>
                <a:uFillTx/>
                <a:latin typeface="+mn-lt"/>
                <a:ea typeface="+mj-ea"/>
                <a:cs typeface="+mj-cs"/>
              </a:rPr>
              <a:t>Appendix</a:t>
            </a:r>
            <a:endParaRPr lang="en-US" sz="4800" b="0"/>
          </a:p>
        </p:txBody>
      </p:sp>
    </p:spTree>
    <p:extLst>
      <p:ext uri="{BB962C8B-B14F-4D97-AF65-F5344CB8AC3E}">
        <p14:creationId xmlns:p14="http://schemas.microsoft.com/office/powerpoint/2010/main" val="12566299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28800"/>
            <a:ext cx="11457432" cy="4251960"/>
          </a:xfrm>
          <a:prstGeom prst="rect">
            <a:avLst/>
          </a:prstGeom>
        </p:spPr>
        <p:txBody>
          <a:bodyPr vert="horz" lIns="0" tIns="0" rIns="0" bIns="0" spcCol="3017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Legal">
            <a:extLst>
              <a:ext uri="{FF2B5EF4-FFF2-40B4-BE49-F238E27FC236}">
                <a16:creationId xmlns:a16="http://schemas.microsoft.com/office/drawing/2014/main" id="{4CF0DBC0-0449-664B-8AD9-C52EDB6E5938}"/>
              </a:ext>
            </a:extLst>
          </p:cNvPr>
          <p:cNvSpPr txBox="1"/>
          <p:nvPr userDrawn="1"/>
        </p:nvSpPr>
        <p:spPr>
          <a:xfrm>
            <a:off x="8223294" y="6409487"/>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a:t>Confidential and Proprietary. © 2024 UST Global Inc</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a:solidFill>
                <a:schemeClr val="tx1"/>
              </a:solidFill>
              <a:latin typeface="+mn-lt"/>
              <a:cs typeface="Trebuchet MS"/>
            </a:endParaRPr>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649" r:id="rId1"/>
    <p:sldLayoutId id="2147483681" r:id="rId2"/>
    <p:sldLayoutId id="2147483722" r:id="rId3"/>
    <p:sldLayoutId id="2147483710" r:id="rId4"/>
    <p:sldLayoutId id="2147483742" r:id="rId5"/>
    <p:sldLayoutId id="2147483663" r:id="rId6"/>
    <p:sldLayoutId id="2147483701" r:id="rId7"/>
    <p:sldLayoutId id="2147483723" r:id="rId8"/>
    <p:sldLayoutId id="2147483650" r:id="rId9"/>
    <p:sldLayoutId id="2147483652" r:id="rId10"/>
    <p:sldLayoutId id="2147483656" r:id="rId11"/>
    <p:sldLayoutId id="2147483657" r:id="rId12"/>
    <p:sldLayoutId id="2147483661" r:id="rId13"/>
    <p:sldLayoutId id="2147483660" r:id="rId14"/>
    <p:sldLayoutId id="2147483692" r:id="rId15"/>
    <p:sldLayoutId id="2147483665" r:id="rId16"/>
    <p:sldLayoutId id="2147483700" r:id="rId17"/>
    <p:sldLayoutId id="2147483712" r:id="rId18"/>
    <p:sldLayoutId id="2147483714" r:id="rId19"/>
    <p:sldLayoutId id="2147483724" r:id="rId20"/>
    <p:sldLayoutId id="2147483696" r:id="rId21"/>
    <p:sldLayoutId id="2147483695" r:id="rId22"/>
    <p:sldLayoutId id="2147483694" r:id="rId23"/>
    <p:sldLayoutId id="2147483715" r:id="rId24"/>
    <p:sldLayoutId id="2147483740" r:id="rId25"/>
    <p:sldLayoutId id="2147483711" r:id="rId26"/>
    <p:sldLayoutId id="2147483725" r:id="rId27"/>
    <p:sldLayoutId id="2147483726" r:id="rId28"/>
    <p:sldLayoutId id="2147483727" r:id="rId29"/>
    <p:sldLayoutId id="2147483728" r:id="rId30"/>
    <p:sldLayoutId id="2147483729" r:id="rId31"/>
    <p:sldLayoutId id="2147483697" r:id="rId32"/>
    <p:sldLayoutId id="2147483698" r:id="rId33"/>
    <p:sldLayoutId id="2147483699" r:id="rId34"/>
    <p:sldLayoutId id="2147483703" r:id="rId35"/>
    <p:sldLayoutId id="2147483704" r:id="rId36"/>
    <p:sldLayoutId id="2147483705" r:id="rId37"/>
    <p:sldLayoutId id="2147483730" r:id="rId38"/>
    <p:sldLayoutId id="2147483702" r:id="rId39"/>
    <p:sldLayoutId id="2147483693" r:id="rId40"/>
    <p:sldLayoutId id="2147483651" r:id="rId41"/>
    <p:sldLayoutId id="2147483731" r:id="rId42"/>
    <p:sldLayoutId id="2147483732" r:id="rId43"/>
    <p:sldLayoutId id="2147483708" r:id="rId44"/>
    <p:sldLayoutId id="2147483733" r:id="rId45"/>
    <p:sldLayoutId id="2147483734" r:id="rId46"/>
    <p:sldLayoutId id="2147483709" r:id="rId47"/>
    <p:sldLayoutId id="2147483735" r:id="rId48"/>
    <p:sldLayoutId id="2147483736" r:id="rId49"/>
    <p:sldLayoutId id="2147483717" r:id="rId50"/>
    <p:sldLayoutId id="2147483716" r:id="rId51"/>
    <p:sldLayoutId id="2147483737" r:id="rId52"/>
    <p:sldLayoutId id="2147483738" r:id="rId53"/>
    <p:sldLayoutId id="2147483690" r:id="rId54"/>
    <p:sldLayoutId id="2147483689" r:id="rId55"/>
    <p:sldLayoutId id="2147483739" r:id="rId56"/>
    <p:sldLayoutId id="2147483720" r:id="rId57"/>
    <p:sldLayoutId id="2147483719" r:id="rId58"/>
    <p:sldLayoutId id="2147483680" r:id="rId59"/>
    <p:sldLayoutId id="2147483707" r:id="rId60"/>
    <p:sldLayoutId id="2147483713" r:id="rId6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userDrawn="1">
          <p15:clr>
            <a:srgbClr val="F26B43"/>
          </p15:clr>
        </p15:guide>
        <p15:guide id="2" pos="230" userDrawn="1">
          <p15:clr>
            <a:srgbClr val="F26B43"/>
          </p15:clr>
        </p15:guide>
        <p15:guide id="3" pos="744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B6549BE-9417-F259-7C3C-4AC57244BF79}"/>
              </a:ext>
            </a:extLst>
          </p:cNvPr>
          <p:cNvSpPr/>
          <p:nvPr/>
        </p:nvSpPr>
        <p:spPr>
          <a:xfrm>
            <a:off x="163286" y="119743"/>
            <a:ext cx="11876314" cy="1415143"/>
          </a:xfrm>
          <a:prstGeom prst="rect">
            <a:avLst/>
          </a:prstGeom>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a:p>
        </p:txBody>
      </p:sp>
      <p:sp>
        <p:nvSpPr>
          <p:cNvPr id="2" name="Title 1">
            <a:extLst>
              <a:ext uri="{FF2B5EF4-FFF2-40B4-BE49-F238E27FC236}">
                <a16:creationId xmlns:a16="http://schemas.microsoft.com/office/drawing/2014/main" id="{8AB9DB62-7740-4015-9623-764DF9201FC5}"/>
              </a:ext>
            </a:extLst>
          </p:cNvPr>
          <p:cNvSpPr>
            <a:spLocks noGrp="1"/>
          </p:cNvSpPr>
          <p:nvPr>
            <p:ph type="title"/>
          </p:nvPr>
        </p:nvSpPr>
        <p:spPr>
          <a:xfrm>
            <a:off x="365760" y="365760"/>
            <a:ext cx="11457432" cy="914400"/>
          </a:xfrm>
        </p:spPr>
        <p:txBody>
          <a:bodyPr anchor="t">
            <a:normAutofit/>
          </a:bodyPr>
          <a:lstStyle/>
          <a:p>
            <a:r>
              <a:rPr lang="en-US"/>
              <a:t>RETAIL AI </a:t>
            </a:r>
            <a:br>
              <a:rPr lang="en-US"/>
            </a:br>
            <a:r>
              <a:rPr lang="en-US"/>
              <a:t>TICKET ANALYZER</a:t>
            </a:r>
          </a:p>
        </p:txBody>
      </p:sp>
      <p:sp>
        <p:nvSpPr>
          <p:cNvPr id="5" name="Subtitle 2">
            <a:extLst>
              <a:ext uri="{FF2B5EF4-FFF2-40B4-BE49-F238E27FC236}">
                <a16:creationId xmlns:a16="http://schemas.microsoft.com/office/drawing/2014/main" id="{5CEBBB1D-F7D8-D340-BD20-6F0A5E12BD08}"/>
              </a:ext>
            </a:extLst>
          </p:cNvPr>
          <p:cNvSpPr>
            <a:spLocks noGrp="1"/>
          </p:cNvSpPr>
          <p:nvPr>
            <p:ph sz="half" idx="1"/>
          </p:nvPr>
        </p:nvSpPr>
        <p:spPr>
          <a:xfrm>
            <a:off x="676655" y="3943894"/>
            <a:ext cx="4711773" cy="2775857"/>
          </a:xfrm>
        </p:spPr>
        <p:txBody>
          <a:bodyPr vert="horz" lIns="0" tIns="0" rIns="0" bIns="0" spcCol="301752" rtlCol="0">
            <a:normAutofit/>
          </a:bodyPr>
          <a:lstStyle/>
          <a:p>
            <a:pPr marL="285750" indent="-285750">
              <a:buChar char="•"/>
            </a:pPr>
            <a:r>
              <a:rPr lang="en-US"/>
              <a:t>Gopika SG</a:t>
            </a:r>
          </a:p>
          <a:p>
            <a:pPr marL="285750" indent="-285750">
              <a:buChar char="•"/>
            </a:pPr>
            <a:r>
              <a:rPr lang="en-US"/>
              <a:t>Mubeen </a:t>
            </a:r>
            <a:r>
              <a:rPr lang="en-US" err="1"/>
              <a:t>Thekkethala</a:t>
            </a:r>
            <a:r>
              <a:rPr lang="en-US"/>
              <a:t> Muhammedali</a:t>
            </a:r>
          </a:p>
          <a:p>
            <a:pPr marL="285750" indent="-285750">
              <a:buChar char="•"/>
            </a:pPr>
            <a:r>
              <a:rPr lang="en-US"/>
              <a:t>Niranjan Reddy Aare</a:t>
            </a:r>
          </a:p>
          <a:p>
            <a:pPr marL="285750" indent="-285750">
              <a:buChar char="•"/>
            </a:pPr>
            <a:r>
              <a:rPr lang="en-US"/>
              <a:t>Poojari Sasi Kumar</a:t>
            </a:r>
          </a:p>
          <a:p>
            <a:pPr marL="285750" indent="-285750">
              <a:buChar char="•"/>
            </a:pPr>
            <a:r>
              <a:rPr lang="en-US"/>
              <a:t>Vismaya B</a:t>
            </a:r>
          </a:p>
          <a:p>
            <a:pPr marL="285750" indent="-285750">
              <a:buChar char="•"/>
            </a:pPr>
            <a:r>
              <a:rPr lang="en-US"/>
              <a:t>Sneha Susan Rajesh</a:t>
            </a:r>
          </a:p>
          <a:p>
            <a:endParaRPr lang="en-US"/>
          </a:p>
        </p:txBody>
      </p:sp>
      <p:graphicFrame>
        <p:nvGraphicFramePr>
          <p:cNvPr id="13" name="Text Placeholder 3">
            <a:extLst>
              <a:ext uri="{FF2B5EF4-FFF2-40B4-BE49-F238E27FC236}">
                <a16:creationId xmlns:a16="http://schemas.microsoft.com/office/drawing/2014/main" id="{9266CEFD-64FA-B75D-C290-E8B60600FF96}"/>
              </a:ext>
            </a:extLst>
          </p:cNvPr>
          <p:cNvGraphicFramePr/>
          <p:nvPr>
            <p:extLst>
              <p:ext uri="{D42A27DB-BD31-4B8C-83A1-F6EECF244321}">
                <p14:modId xmlns:p14="http://schemas.microsoft.com/office/powerpoint/2010/main" val="1591737841"/>
              </p:ext>
            </p:extLst>
          </p:nvPr>
        </p:nvGraphicFramePr>
        <p:xfrm>
          <a:off x="4288536" y="1828800"/>
          <a:ext cx="7534656" cy="4251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903744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799A5-78E5-3B22-1DF8-9D0956775075}"/>
            </a:ext>
          </a:extLst>
        </p:cNvPr>
        <p:cNvGrpSpPr/>
        <p:nvPr/>
      </p:nvGrpSpPr>
      <p:grpSpPr>
        <a:xfrm>
          <a:off x="0" y="0"/>
          <a:ext cx="0" cy="0"/>
          <a:chOff x="0" y="0"/>
          <a:chExt cx="0" cy="0"/>
        </a:xfrm>
      </p:grpSpPr>
      <p:sp>
        <p:nvSpPr>
          <p:cNvPr id="7" name="Text Placeholder 1">
            <a:extLst>
              <a:ext uri="{FF2B5EF4-FFF2-40B4-BE49-F238E27FC236}">
                <a16:creationId xmlns:a16="http://schemas.microsoft.com/office/drawing/2014/main" id="{7B5AC001-8926-7D69-ECB6-7EF3237E3F6D}"/>
              </a:ext>
            </a:extLst>
          </p:cNvPr>
          <p:cNvSpPr>
            <a:spLocks noGrp="1"/>
          </p:cNvSpPr>
          <p:nvPr>
            <p:ph type="body" sz="quarter" idx="14"/>
          </p:nvPr>
        </p:nvSpPr>
        <p:spPr>
          <a:xfrm>
            <a:off x="365758" y="365125"/>
            <a:ext cx="2525487" cy="3473475"/>
          </a:xfrm>
        </p:spPr>
        <p:txBody>
          <a:bodyPr/>
          <a:lstStyle/>
          <a:p>
            <a:r>
              <a:rPr lang="en-US"/>
              <a:t>01</a:t>
            </a:r>
          </a:p>
        </p:txBody>
      </p:sp>
      <p:sp>
        <p:nvSpPr>
          <p:cNvPr id="2" name="Title 1">
            <a:extLst>
              <a:ext uri="{FF2B5EF4-FFF2-40B4-BE49-F238E27FC236}">
                <a16:creationId xmlns:a16="http://schemas.microsoft.com/office/drawing/2014/main" id="{898C1DF2-EFE0-74A0-08D4-74F05727E37D}"/>
              </a:ext>
            </a:extLst>
          </p:cNvPr>
          <p:cNvSpPr>
            <a:spLocks noGrp="1"/>
          </p:cNvSpPr>
          <p:nvPr>
            <p:ph type="title"/>
          </p:nvPr>
        </p:nvSpPr>
        <p:spPr>
          <a:xfrm>
            <a:off x="2021840" y="2817520"/>
            <a:ext cx="9994392" cy="1508760"/>
          </a:xfrm>
        </p:spPr>
        <p:txBody>
          <a:bodyPr vert="horz" lIns="0" tIns="0" rIns="0" bIns="0" rtlCol="0" anchor="b" anchorCtr="0">
            <a:normAutofit/>
          </a:bodyPr>
          <a:lstStyle/>
          <a:p>
            <a:r>
              <a:rPr lang="en-US" b="1"/>
              <a:t>PROBLEM STATEMENT AND</a:t>
            </a:r>
            <a:br>
              <a:rPr lang="en-US" b="1"/>
            </a:br>
            <a:r>
              <a:rPr lang="en-US" b="1"/>
              <a:t>PROPOSED SOLUTION</a:t>
            </a:r>
            <a:endParaRPr lang="en-US" b="1" kern="1200"/>
          </a:p>
        </p:txBody>
      </p:sp>
    </p:spTree>
    <p:extLst>
      <p:ext uri="{BB962C8B-B14F-4D97-AF65-F5344CB8AC3E}">
        <p14:creationId xmlns:p14="http://schemas.microsoft.com/office/powerpoint/2010/main" val="13695966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4B519-C9F3-512E-B496-573D4AFFA42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67C10777-400C-EB25-6F39-6DD36DBC76C9}"/>
              </a:ext>
            </a:extLst>
          </p:cNvPr>
          <p:cNvSpPr>
            <a:spLocks noGrp="1"/>
          </p:cNvSpPr>
          <p:nvPr>
            <p:ph type="title"/>
          </p:nvPr>
        </p:nvSpPr>
        <p:spPr>
          <a:xfrm>
            <a:off x="365760" y="365760"/>
            <a:ext cx="11457432" cy="914400"/>
          </a:xfrm>
        </p:spPr>
        <p:txBody>
          <a:bodyPr vert="horz" lIns="0" tIns="0" rIns="0" bIns="0" rtlCol="0" anchor="t" anchorCtr="0">
            <a:normAutofit/>
          </a:bodyPr>
          <a:lstStyle/>
          <a:p>
            <a:r>
              <a:rPr lang="en-US" b="1" kern="1200">
                <a:latin typeface="+mj-lt"/>
                <a:ea typeface="+mj-ea"/>
                <a:cs typeface="+mj-cs"/>
              </a:rPr>
              <a:t>PROBLEM STATEMENT</a:t>
            </a:r>
          </a:p>
        </p:txBody>
      </p:sp>
      <p:graphicFrame>
        <p:nvGraphicFramePr>
          <p:cNvPr id="12" name="TextBox 7">
            <a:extLst>
              <a:ext uri="{FF2B5EF4-FFF2-40B4-BE49-F238E27FC236}">
                <a16:creationId xmlns:a16="http://schemas.microsoft.com/office/drawing/2014/main" id="{6E1F49C3-0446-B3C8-AAC7-827211E8D25F}"/>
              </a:ext>
            </a:extLst>
          </p:cNvPr>
          <p:cNvGraphicFramePr/>
          <p:nvPr>
            <p:extLst>
              <p:ext uri="{D42A27DB-BD31-4B8C-83A1-F6EECF244321}">
                <p14:modId xmlns:p14="http://schemas.microsoft.com/office/powerpoint/2010/main" val="1045209106"/>
              </p:ext>
            </p:extLst>
          </p:nvPr>
        </p:nvGraphicFramePr>
        <p:xfrm>
          <a:off x="365760" y="1828800"/>
          <a:ext cx="11457432" cy="42519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775194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37FFE-D250-AFA1-63E5-E4A6F4B98A3B}"/>
              </a:ext>
            </a:extLst>
          </p:cNvPr>
          <p:cNvSpPr>
            <a:spLocks noGrp="1"/>
          </p:cNvSpPr>
          <p:nvPr>
            <p:ph type="title"/>
          </p:nvPr>
        </p:nvSpPr>
        <p:spPr/>
        <p:txBody>
          <a:bodyPr vert="horz" lIns="0" tIns="0" rIns="0" bIns="0" rtlCol="0" anchor="ctr" anchorCtr="0">
            <a:noAutofit/>
          </a:bodyPr>
          <a:lstStyle/>
          <a:p>
            <a:pPr algn="ctr"/>
            <a:r>
              <a:rPr lang="en-US">
                <a:cs typeface="Arial"/>
              </a:rPr>
              <a:t>PROPOSED SOLUTION</a:t>
            </a:r>
          </a:p>
        </p:txBody>
      </p:sp>
      <p:sp>
        <p:nvSpPr>
          <p:cNvPr id="3" name="Content Placeholder 2">
            <a:extLst>
              <a:ext uri="{FF2B5EF4-FFF2-40B4-BE49-F238E27FC236}">
                <a16:creationId xmlns:a16="http://schemas.microsoft.com/office/drawing/2014/main" id="{F872DBBE-EF73-1D79-13E5-EA63169D56E7}"/>
              </a:ext>
            </a:extLst>
          </p:cNvPr>
          <p:cNvSpPr>
            <a:spLocks noGrp="1"/>
          </p:cNvSpPr>
          <p:nvPr>
            <p:ph idx="1"/>
          </p:nvPr>
        </p:nvSpPr>
        <p:spPr/>
        <p:txBody>
          <a:bodyPr vert="horz" lIns="0" tIns="0" rIns="0" bIns="0" numCol="2" spcCol="941832" rtlCol="0" anchor="t">
            <a:normAutofit/>
          </a:bodyPr>
          <a:lstStyle/>
          <a:p>
            <a:endParaRPr lang="en-US">
              <a:cs typeface="Arial"/>
            </a:endParaRPr>
          </a:p>
          <a:p>
            <a:pPr marL="285750" indent="-285750">
              <a:buFont typeface="Arial"/>
              <a:buChar char="•"/>
            </a:pPr>
            <a:endParaRPr lang="en-US">
              <a:cs typeface="Arial"/>
            </a:endParaRPr>
          </a:p>
          <a:p>
            <a:endParaRPr lang="en-US">
              <a:cs typeface="Arial"/>
            </a:endParaRPr>
          </a:p>
          <a:p>
            <a:endParaRPr lang="en-US">
              <a:cs typeface="Arial"/>
            </a:endParaRPr>
          </a:p>
        </p:txBody>
      </p:sp>
      <p:pic>
        <p:nvPicPr>
          <p:cNvPr id="5" name="Picture 4" descr="A blue and white rectangular box with text&#10;&#10;AI-generated content may be incorrect.">
            <a:extLst>
              <a:ext uri="{FF2B5EF4-FFF2-40B4-BE49-F238E27FC236}">
                <a16:creationId xmlns:a16="http://schemas.microsoft.com/office/drawing/2014/main" id="{8D9D2744-87FF-4A54-2686-F1DC5A6B7588}"/>
              </a:ext>
            </a:extLst>
          </p:cNvPr>
          <p:cNvPicPr>
            <a:picLocks noChangeAspect="1"/>
          </p:cNvPicPr>
          <p:nvPr/>
        </p:nvPicPr>
        <p:blipFill>
          <a:blip r:embed="rId2"/>
          <a:stretch>
            <a:fillRect/>
          </a:stretch>
        </p:blipFill>
        <p:spPr>
          <a:xfrm>
            <a:off x="952500" y="1273628"/>
            <a:ext cx="10287000" cy="5203372"/>
          </a:xfrm>
          <a:prstGeom prst="rect">
            <a:avLst/>
          </a:prstGeom>
        </p:spPr>
      </p:pic>
    </p:spTree>
    <p:extLst>
      <p:ext uri="{BB962C8B-B14F-4D97-AF65-F5344CB8AC3E}">
        <p14:creationId xmlns:p14="http://schemas.microsoft.com/office/powerpoint/2010/main" val="20096399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8C3A7-86F5-1D12-803A-C4D4549B719E}"/>
            </a:ext>
          </a:extLst>
        </p:cNvPr>
        <p:cNvGrpSpPr/>
        <p:nvPr/>
      </p:nvGrpSpPr>
      <p:grpSpPr>
        <a:xfrm>
          <a:off x="0" y="0"/>
          <a:ext cx="0" cy="0"/>
          <a:chOff x="0" y="0"/>
          <a:chExt cx="0" cy="0"/>
        </a:xfrm>
      </p:grpSpPr>
      <p:sp>
        <p:nvSpPr>
          <p:cNvPr id="7" name="Text Placeholder 1">
            <a:extLst>
              <a:ext uri="{FF2B5EF4-FFF2-40B4-BE49-F238E27FC236}">
                <a16:creationId xmlns:a16="http://schemas.microsoft.com/office/drawing/2014/main" id="{98A3427D-18BE-BEC9-2675-37DD441FC2A7}"/>
              </a:ext>
            </a:extLst>
          </p:cNvPr>
          <p:cNvSpPr>
            <a:spLocks noGrp="1"/>
          </p:cNvSpPr>
          <p:nvPr>
            <p:ph type="body" sz="quarter" idx="14"/>
          </p:nvPr>
        </p:nvSpPr>
        <p:spPr>
          <a:xfrm>
            <a:off x="365758" y="365125"/>
            <a:ext cx="2525487" cy="3473475"/>
          </a:xfrm>
        </p:spPr>
        <p:txBody>
          <a:bodyPr/>
          <a:lstStyle/>
          <a:p>
            <a:r>
              <a:rPr lang="en-US"/>
              <a:t>02</a:t>
            </a:r>
          </a:p>
        </p:txBody>
      </p:sp>
      <p:sp>
        <p:nvSpPr>
          <p:cNvPr id="2" name="Title 1">
            <a:extLst>
              <a:ext uri="{FF2B5EF4-FFF2-40B4-BE49-F238E27FC236}">
                <a16:creationId xmlns:a16="http://schemas.microsoft.com/office/drawing/2014/main" id="{6DED0D3B-E649-1157-FC5F-8BCFF5F59CD8}"/>
              </a:ext>
            </a:extLst>
          </p:cNvPr>
          <p:cNvSpPr>
            <a:spLocks noGrp="1"/>
          </p:cNvSpPr>
          <p:nvPr>
            <p:ph type="title"/>
          </p:nvPr>
        </p:nvSpPr>
        <p:spPr>
          <a:xfrm>
            <a:off x="1828800" y="2329840"/>
            <a:ext cx="9994392" cy="1508760"/>
          </a:xfrm>
        </p:spPr>
        <p:txBody>
          <a:bodyPr vert="horz" lIns="0" tIns="0" rIns="0" bIns="0" rtlCol="0" anchor="b" anchorCtr="0">
            <a:normAutofit/>
          </a:bodyPr>
          <a:lstStyle/>
          <a:p>
            <a:r>
              <a:rPr lang="en-US" b="1" kern="1200"/>
              <a:t>ARCHITECTURE DIAGRAM</a:t>
            </a:r>
          </a:p>
        </p:txBody>
      </p:sp>
    </p:spTree>
    <p:extLst>
      <p:ext uri="{BB962C8B-B14F-4D97-AF65-F5344CB8AC3E}">
        <p14:creationId xmlns:p14="http://schemas.microsoft.com/office/powerpoint/2010/main" val="25359467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retail ticket analyzer&#10;&#10;AI-generated content may be incorrect.">
            <a:extLst>
              <a:ext uri="{FF2B5EF4-FFF2-40B4-BE49-F238E27FC236}">
                <a16:creationId xmlns:a16="http://schemas.microsoft.com/office/drawing/2014/main" id="{DF43F891-E148-3A4F-DDD5-86C11D6853E3}"/>
              </a:ext>
            </a:extLst>
          </p:cNvPr>
          <p:cNvPicPr>
            <a:picLocks noChangeAspect="1"/>
          </p:cNvPicPr>
          <p:nvPr/>
        </p:nvPicPr>
        <p:blipFill>
          <a:blip r:embed="rId2"/>
          <a:stretch>
            <a:fillRect/>
          </a:stretch>
        </p:blipFill>
        <p:spPr>
          <a:xfrm>
            <a:off x="952500" y="0"/>
            <a:ext cx="9571182" cy="6373091"/>
          </a:xfrm>
          <a:prstGeom prst="rect">
            <a:avLst/>
          </a:prstGeom>
        </p:spPr>
      </p:pic>
    </p:spTree>
    <p:extLst>
      <p:ext uri="{BB962C8B-B14F-4D97-AF65-F5344CB8AC3E}">
        <p14:creationId xmlns:p14="http://schemas.microsoft.com/office/powerpoint/2010/main" val="3136840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1AFF3-7106-4159-A594-6A3DB6E1C0B7}"/>
            </a:ext>
          </a:extLst>
        </p:cNvPr>
        <p:cNvGrpSpPr/>
        <p:nvPr/>
      </p:nvGrpSpPr>
      <p:grpSpPr>
        <a:xfrm>
          <a:off x="0" y="0"/>
          <a:ext cx="0" cy="0"/>
          <a:chOff x="0" y="0"/>
          <a:chExt cx="0" cy="0"/>
        </a:xfrm>
      </p:grpSpPr>
      <p:sp>
        <p:nvSpPr>
          <p:cNvPr id="7" name="Text Placeholder 1">
            <a:extLst>
              <a:ext uri="{FF2B5EF4-FFF2-40B4-BE49-F238E27FC236}">
                <a16:creationId xmlns:a16="http://schemas.microsoft.com/office/drawing/2014/main" id="{85166C4F-9636-97BA-223A-A24869F32D7D}"/>
              </a:ext>
            </a:extLst>
          </p:cNvPr>
          <p:cNvSpPr>
            <a:spLocks noGrp="1"/>
          </p:cNvSpPr>
          <p:nvPr>
            <p:ph type="body" sz="quarter" idx="14"/>
          </p:nvPr>
        </p:nvSpPr>
        <p:spPr>
          <a:xfrm>
            <a:off x="365758" y="365125"/>
            <a:ext cx="2525487" cy="3473475"/>
          </a:xfrm>
        </p:spPr>
        <p:txBody>
          <a:bodyPr/>
          <a:lstStyle/>
          <a:p>
            <a:r>
              <a:rPr lang="en-US"/>
              <a:t>03</a:t>
            </a:r>
          </a:p>
        </p:txBody>
      </p:sp>
      <p:sp>
        <p:nvSpPr>
          <p:cNvPr id="2" name="Title 1">
            <a:extLst>
              <a:ext uri="{FF2B5EF4-FFF2-40B4-BE49-F238E27FC236}">
                <a16:creationId xmlns:a16="http://schemas.microsoft.com/office/drawing/2014/main" id="{79EC9DD1-FD98-8399-A81C-69D3288FC065}"/>
              </a:ext>
            </a:extLst>
          </p:cNvPr>
          <p:cNvSpPr>
            <a:spLocks noGrp="1"/>
          </p:cNvSpPr>
          <p:nvPr>
            <p:ph type="title"/>
          </p:nvPr>
        </p:nvSpPr>
        <p:spPr>
          <a:xfrm>
            <a:off x="2891245" y="2329840"/>
            <a:ext cx="9994392" cy="1508760"/>
          </a:xfrm>
        </p:spPr>
        <p:txBody>
          <a:bodyPr vert="horz" lIns="0" tIns="0" rIns="0" bIns="0" rtlCol="0" anchor="b" anchorCtr="0">
            <a:normAutofit/>
          </a:bodyPr>
          <a:lstStyle/>
          <a:p>
            <a:r>
              <a:rPr lang="en-US" b="1" kern="1200"/>
              <a:t>WORKFLOW</a:t>
            </a:r>
          </a:p>
        </p:txBody>
      </p:sp>
    </p:spTree>
    <p:extLst>
      <p:ext uri="{BB962C8B-B14F-4D97-AF65-F5344CB8AC3E}">
        <p14:creationId xmlns:p14="http://schemas.microsoft.com/office/powerpoint/2010/main" val="24137379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851D4-B15F-8BB0-DFE3-9E3818D0CA54}"/>
              </a:ext>
            </a:extLst>
          </p:cNvPr>
          <p:cNvSpPr>
            <a:spLocks noGrp="1"/>
          </p:cNvSpPr>
          <p:nvPr>
            <p:ph type="ctrTitle"/>
          </p:nvPr>
        </p:nvSpPr>
        <p:spPr>
          <a:xfrm>
            <a:off x="752026" y="-147065"/>
            <a:ext cx="8686800" cy="2275337"/>
          </a:xfrm>
        </p:spPr>
        <p:txBody>
          <a:bodyPr/>
          <a:lstStyle/>
          <a:p>
            <a:pPr algn="ctr"/>
            <a:r>
              <a:rPr lang="en-US"/>
              <a:t>Ticket Classification Agent</a:t>
            </a:r>
          </a:p>
        </p:txBody>
      </p:sp>
      <p:sp>
        <p:nvSpPr>
          <p:cNvPr id="3" name="Subtitle 2">
            <a:extLst>
              <a:ext uri="{FF2B5EF4-FFF2-40B4-BE49-F238E27FC236}">
                <a16:creationId xmlns:a16="http://schemas.microsoft.com/office/drawing/2014/main" id="{D3B7485F-9E26-E830-C836-059C500E2707}"/>
              </a:ext>
            </a:extLst>
          </p:cNvPr>
          <p:cNvSpPr>
            <a:spLocks noGrp="1"/>
          </p:cNvSpPr>
          <p:nvPr>
            <p:ph type="subTitle" idx="1"/>
          </p:nvPr>
        </p:nvSpPr>
        <p:spPr>
          <a:xfrm>
            <a:off x="1880182" y="2760546"/>
            <a:ext cx="8686800" cy="2719251"/>
          </a:xfrm>
        </p:spPr>
        <p:txBody>
          <a:bodyPr vert="horz" lIns="0" tIns="0" rIns="0" bIns="0" spcCol="301752" rtlCol="0" anchor="t">
            <a:noAutofit/>
          </a:bodyPr>
          <a:lstStyle/>
          <a:p>
            <a:r>
              <a:rPr lang="en-US" sz="1300"/>
              <a:t>• Classifies tickets into:</a:t>
            </a:r>
            <a:endParaRPr lang="en-US" sz="1300" dirty="0">
              <a:cs typeface="Arial"/>
            </a:endParaRPr>
          </a:p>
          <a:p>
            <a:r>
              <a:rPr lang="en-US" sz="1300"/>
              <a:t>  -</a:t>
            </a:r>
            <a:r>
              <a:rPr lang="en-US" sz="1200"/>
              <a:t> Billing</a:t>
            </a:r>
            <a:endParaRPr lang="en-US" sz="1200">
              <a:cs typeface="Arial"/>
            </a:endParaRPr>
          </a:p>
          <a:p>
            <a:r>
              <a:rPr lang="en-US" sz="1200"/>
              <a:t>     - Technical Support</a:t>
            </a:r>
            <a:endParaRPr lang="en-US" sz="1200">
              <a:cs typeface="Arial"/>
            </a:endParaRPr>
          </a:p>
          <a:p>
            <a:r>
              <a:rPr lang="en-US" sz="1200"/>
              <a:t>     - Feature Request</a:t>
            </a:r>
            <a:endParaRPr lang="en-US" sz="1200">
              <a:cs typeface="Arial"/>
            </a:endParaRPr>
          </a:p>
          <a:p>
            <a:r>
              <a:rPr lang="en-US" sz="1200"/>
              <a:t>     - Account Access</a:t>
            </a:r>
            <a:endParaRPr lang="en-US" sz="1200">
              <a:cs typeface="Arial"/>
            </a:endParaRPr>
          </a:p>
          <a:p>
            <a:endParaRPr lang="en-US" sz="1300" dirty="0">
              <a:cs typeface="Arial"/>
            </a:endParaRPr>
          </a:p>
          <a:p>
            <a:r>
              <a:rPr lang="en-US" sz="1300"/>
              <a:t>• Predicts:</a:t>
            </a:r>
            <a:endParaRPr lang="en-US" sz="1300" dirty="0">
              <a:cs typeface="Arial"/>
            </a:endParaRPr>
          </a:p>
          <a:p>
            <a:r>
              <a:rPr lang="en-US" sz="1300"/>
              <a:t>     - Priority → LOW / MEDIUM / HIGH / CRITICAL</a:t>
            </a:r>
            <a:endParaRPr lang="en-US" sz="1300" dirty="0">
              <a:cs typeface="Arial"/>
            </a:endParaRPr>
          </a:p>
          <a:p>
            <a:r>
              <a:rPr lang="en-US" sz="1300"/>
              <a:t>     - Sentiment → Positive / Neutral / Angry / Frustrated</a:t>
            </a:r>
            <a:endParaRPr lang="en-US" sz="1300" dirty="0">
              <a:cs typeface="Arial"/>
            </a:endParaRPr>
          </a:p>
          <a:p>
            <a:r>
              <a:rPr lang="en-US" sz="1300"/>
              <a:t>     - Summary → One-line issue explanation</a:t>
            </a:r>
            <a:endParaRPr lang="en-US" sz="1300" dirty="0">
              <a:cs typeface="Arial"/>
            </a:endParaRPr>
          </a:p>
          <a:p>
            <a:endParaRPr lang="en-US" sz="1300" dirty="0">
              <a:cs typeface="Arial"/>
            </a:endParaRPr>
          </a:p>
          <a:p>
            <a:r>
              <a:rPr lang="en-US" sz="1300"/>
              <a:t>• Main Responsibilities:</a:t>
            </a:r>
            <a:endParaRPr lang="en-US" sz="1300" dirty="0">
              <a:cs typeface="Arial"/>
            </a:endParaRPr>
          </a:p>
          <a:p>
            <a:r>
              <a:rPr lang="en-US" sz="1300"/>
              <a:t>     - Automates helpdesk ticket analysis</a:t>
            </a:r>
            <a:endParaRPr lang="en-US" sz="1300" dirty="0">
              <a:cs typeface="Arial"/>
            </a:endParaRPr>
          </a:p>
          <a:p>
            <a:r>
              <a:rPr lang="en-US" sz="1300"/>
              <a:t>     - Detects critical incidents</a:t>
            </a:r>
            <a:endParaRPr lang="en-US" sz="1300" dirty="0">
              <a:cs typeface="Arial"/>
            </a:endParaRPr>
          </a:p>
          <a:p>
            <a:r>
              <a:rPr lang="en-US" sz="1300"/>
              <a:t>     - Improves SLA response handling</a:t>
            </a:r>
            <a:endParaRPr lang="en-US" sz="1300" dirty="0">
              <a:cs typeface="Arial"/>
            </a:endParaRPr>
          </a:p>
          <a:p>
            <a:r>
              <a:rPr lang="en-US" sz="1300"/>
              <a:t>     - Reduces manual support workload</a:t>
            </a:r>
            <a:endParaRPr lang="en-US" sz="1300" dirty="0">
              <a:cs typeface="Arial"/>
            </a:endParaRPr>
          </a:p>
          <a:p>
            <a:r>
              <a:rPr lang="en-US" sz="1300"/>
              <a:t>     - Enables smart ticket routing</a:t>
            </a:r>
            <a:endParaRPr lang="en-US" sz="1300" dirty="0">
              <a:cs typeface="Arial"/>
            </a:endParaRPr>
          </a:p>
          <a:p>
            <a:endParaRPr lang="en-US" sz="1300" dirty="0">
              <a:cs typeface="Arial"/>
            </a:endParaRPr>
          </a:p>
          <a:p>
            <a:r>
              <a:rPr lang="en-US" sz="1300"/>
              <a:t>• Human approval triggered for CRITICAL tickets</a:t>
            </a:r>
            <a:endParaRPr lang="en-US" sz="1300" dirty="0">
              <a:cs typeface="Arial"/>
            </a:endParaRPr>
          </a:p>
        </p:txBody>
      </p:sp>
    </p:spTree>
    <p:extLst>
      <p:ext uri="{BB962C8B-B14F-4D97-AF65-F5344CB8AC3E}">
        <p14:creationId xmlns:p14="http://schemas.microsoft.com/office/powerpoint/2010/main" val="11282341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07A0B-180A-DEA6-949B-9358248C5C63}"/>
              </a:ext>
            </a:extLst>
          </p:cNvPr>
          <p:cNvSpPr>
            <a:spLocks noGrp="1"/>
          </p:cNvSpPr>
          <p:nvPr>
            <p:ph type="ctrTitle"/>
          </p:nvPr>
        </p:nvSpPr>
        <p:spPr>
          <a:xfrm>
            <a:off x="1015100" y="1273022"/>
            <a:ext cx="11165902" cy="5583781"/>
          </a:xfrm>
        </p:spPr>
        <p:txBody>
          <a:bodyPr/>
          <a:lstStyle/>
          <a:p>
            <a:r>
              <a:rPr lang="en-US" sz="4800">
                <a:latin typeface="Aptos Display"/>
              </a:rPr>
              <a:t>Severity Detection Agent</a:t>
            </a:r>
            <a:endParaRPr lang="en-US"/>
          </a:p>
        </p:txBody>
      </p:sp>
      <p:sp>
        <p:nvSpPr>
          <p:cNvPr id="11" name="TextBox 10">
            <a:extLst>
              <a:ext uri="{FF2B5EF4-FFF2-40B4-BE49-F238E27FC236}">
                <a16:creationId xmlns:a16="http://schemas.microsoft.com/office/drawing/2014/main" id="{5CC89709-4176-9368-E86A-FFB5AB34C40E}"/>
              </a:ext>
            </a:extLst>
          </p:cNvPr>
          <p:cNvSpPr txBox="1"/>
          <p:nvPr/>
        </p:nvSpPr>
        <p:spPr>
          <a:xfrm>
            <a:off x="1563200" y="2996134"/>
            <a:ext cx="8067553" cy="401648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buSzPct val="100000"/>
            </a:pPr>
            <a:r>
              <a:rPr lang="en-US" sz="1200" b="1">
                <a:solidFill>
                  <a:schemeClr val="bg1"/>
                </a:solidFill>
                <a:cs typeface="Arial"/>
              </a:rPr>
              <a:t>Why This Agent Matters:</a:t>
            </a:r>
            <a:endParaRPr lang="en-US" sz="1200">
              <a:cs typeface="Arial"/>
            </a:endParaRPr>
          </a:p>
          <a:p>
            <a:pPr marL="285750" indent="-285750">
              <a:buFont typeface="Arial,Sans-Serif"/>
              <a:buChar char="•"/>
            </a:pPr>
            <a:r>
              <a:rPr lang="en-US" sz="1300">
                <a:solidFill>
                  <a:schemeClr val="bg1"/>
                </a:solidFill>
                <a:latin typeface="Calibri"/>
                <a:ea typeface="Calibri"/>
                <a:cs typeface="Calibri"/>
              </a:rPr>
              <a:t>Manual processing is too slow</a:t>
            </a:r>
          </a:p>
          <a:p>
            <a:pPr marL="285750" indent="-285750">
              <a:buFont typeface="Arial,Sans-Serif"/>
              <a:buChar char="•"/>
            </a:pPr>
            <a:r>
              <a:rPr lang="en-US" sz="1300">
                <a:solidFill>
                  <a:schemeClr val="bg1"/>
                </a:solidFill>
                <a:latin typeface="Calibri"/>
                <a:ea typeface="Calibri"/>
                <a:cs typeface="Calibri"/>
              </a:rPr>
              <a:t>Payment failures need instant flagging</a:t>
            </a:r>
            <a:endParaRPr lang="en-US" sz="1300">
              <a:latin typeface="Calibri"/>
              <a:ea typeface="Calibri"/>
              <a:cs typeface="Calibri"/>
            </a:endParaRPr>
          </a:p>
          <a:p>
            <a:pPr marL="285750" indent="-285750">
              <a:buFont typeface="Arial,Sans-Serif"/>
              <a:buChar char="•"/>
            </a:pPr>
            <a:r>
              <a:rPr lang="en-US" sz="1300">
                <a:solidFill>
                  <a:schemeClr val="bg1"/>
                </a:solidFill>
                <a:latin typeface="Calibri"/>
                <a:ea typeface="Calibri"/>
                <a:cs typeface="Calibri"/>
              </a:rPr>
              <a:t>Customer protection</a:t>
            </a:r>
          </a:p>
          <a:p>
            <a:pPr marL="171450" indent="-171450">
              <a:buFont typeface="Arial,Sans-Serif"/>
              <a:buChar char="•"/>
            </a:pPr>
            <a:endParaRPr lang="en-US" sz="1200">
              <a:latin typeface="Calibri"/>
              <a:ea typeface="Calibri"/>
              <a:cs typeface="Calibri"/>
            </a:endParaRPr>
          </a:p>
          <a:p>
            <a:pPr marL="171450" indent="-171450">
              <a:buFont typeface="Arial,Sans-Serif"/>
              <a:buChar char="•"/>
            </a:pPr>
            <a:endParaRPr lang="en-US" sz="1200">
              <a:latin typeface="Calibri"/>
              <a:ea typeface="Calibri"/>
              <a:cs typeface="Calibri"/>
            </a:endParaRPr>
          </a:p>
          <a:p>
            <a:r>
              <a:rPr lang="en-US" sz="1400" b="1">
                <a:solidFill>
                  <a:schemeClr val="bg1"/>
                </a:solidFill>
                <a:cs typeface="Arial"/>
              </a:rPr>
              <a:t>Severity Detection Pipeline</a:t>
            </a:r>
            <a:r>
              <a:rPr lang="en-US" sz="1400" b="1">
                <a:solidFill>
                  <a:schemeClr val="bg1"/>
                </a:solidFill>
                <a:latin typeface="Calibri"/>
                <a:ea typeface="Calibri"/>
                <a:cs typeface="Calibri"/>
              </a:rPr>
              <a:t>:</a:t>
            </a:r>
            <a:endParaRPr lang="en-US" sz="1400">
              <a:latin typeface="Calibri"/>
              <a:ea typeface="Calibri"/>
              <a:cs typeface="Calibri"/>
            </a:endParaRPr>
          </a:p>
          <a:p>
            <a:endParaRPr lang="en-US" sz="1400" b="1">
              <a:solidFill>
                <a:schemeClr val="bg1"/>
              </a:solidFill>
              <a:latin typeface="Calibri"/>
              <a:ea typeface="Calibri"/>
              <a:cs typeface="Calibri"/>
            </a:endParaRPr>
          </a:p>
          <a:p>
            <a:r>
              <a:rPr lang="en-US" sz="1200" b="1">
                <a:solidFill>
                  <a:schemeClr val="bg1"/>
                </a:solidFill>
                <a:latin typeface="Calibri"/>
                <a:ea typeface="Calibri"/>
                <a:cs typeface="Calibri"/>
              </a:rPr>
              <a:t>1   Receives classified ticket</a:t>
            </a:r>
            <a:endParaRPr lang="en-US" sz="1200">
              <a:latin typeface="Calibri"/>
              <a:ea typeface="Calibri"/>
              <a:cs typeface="Calibri"/>
            </a:endParaRPr>
          </a:p>
          <a:p>
            <a:pPr marL="285750" indent="-285750">
              <a:buFont typeface="Arial"/>
              <a:buChar char="•"/>
            </a:pPr>
            <a:r>
              <a:rPr lang="en-US" sz="1200" dirty="0">
                <a:solidFill>
                  <a:schemeClr val="bg1"/>
                </a:solidFill>
                <a:latin typeface="Calibri"/>
                <a:ea typeface="Calibri"/>
                <a:cs typeface="Calibri"/>
              </a:rPr>
              <a:t>Category, confidence score and description passed from the Classification Agent.</a:t>
            </a:r>
          </a:p>
          <a:p>
            <a:r>
              <a:rPr lang="en-US" sz="1200" b="1">
                <a:solidFill>
                  <a:schemeClr val="bg1"/>
                </a:solidFill>
                <a:latin typeface="Calibri"/>
                <a:ea typeface="Calibri"/>
                <a:cs typeface="Calibri"/>
              </a:rPr>
              <a:t>2   Calls LLM</a:t>
            </a:r>
            <a:endParaRPr lang="en-US" sz="1200">
              <a:solidFill>
                <a:schemeClr val="bg1"/>
              </a:solidFill>
              <a:latin typeface="Calibri"/>
              <a:ea typeface="Calibri"/>
              <a:cs typeface="Calibri"/>
            </a:endParaRPr>
          </a:p>
          <a:p>
            <a:pPr marL="285750" indent="-285750">
              <a:buFont typeface="Arial"/>
              <a:buChar char="•"/>
            </a:pPr>
            <a:r>
              <a:rPr lang="en-US" sz="1200" dirty="0">
                <a:solidFill>
                  <a:schemeClr val="bg1"/>
                </a:solidFill>
                <a:latin typeface="Calibri"/>
                <a:ea typeface="Calibri"/>
                <a:cs typeface="Calibri"/>
              </a:rPr>
              <a:t>Context-rich prompt includes SLA status, customer tier, and system health for accurate severity judgment.</a:t>
            </a:r>
          </a:p>
          <a:p>
            <a:r>
              <a:rPr lang="en-US" sz="1200" b="1">
                <a:solidFill>
                  <a:schemeClr val="bg1"/>
                </a:solidFill>
                <a:latin typeface="Calibri"/>
                <a:ea typeface="Calibri"/>
                <a:cs typeface="Calibri"/>
              </a:rPr>
              <a:t>3   Applies business rules</a:t>
            </a:r>
            <a:endParaRPr lang="en-US" sz="1200">
              <a:solidFill>
                <a:schemeClr val="bg1"/>
              </a:solidFill>
              <a:latin typeface="Calibri"/>
              <a:ea typeface="Calibri"/>
              <a:cs typeface="Calibri"/>
            </a:endParaRPr>
          </a:p>
          <a:p>
            <a:pPr marL="285750" indent="-285750">
              <a:buFont typeface="Arial"/>
              <a:buChar char="•"/>
            </a:pPr>
            <a:r>
              <a:rPr lang="en-US" sz="1200">
                <a:solidFill>
                  <a:schemeClr val="bg1"/>
                </a:solidFill>
                <a:latin typeface="Calibri"/>
                <a:ea typeface="Calibri"/>
                <a:cs typeface="Calibri"/>
              </a:rPr>
              <a:t>Fraud → critical override, keyword escalation, SLA breach bumps severity one level up.</a:t>
            </a:r>
          </a:p>
          <a:p>
            <a:r>
              <a:rPr lang="en-US" sz="1200" b="1">
                <a:solidFill>
                  <a:schemeClr val="bg1"/>
                </a:solidFill>
                <a:latin typeface="Calibri"/>
                <a:ea typeface="Calibri"/>
                <a:cs typeface="Calibri"/>
              </a:rPr>
              <a:t>4   Outputs severity + escalation</a:t>
            </a:r>
            <a:endParaRPr lang="en-US" sz="1200">
              <a:solidFill>
                <a:schemeClr val="bg1"/>
              </a:solidFill>
              <a:latin typeface="Calibri"/>
              <a:ea typeface="Calibri"/>
              <a:cs typeface="Calibri"/>
            </a:endParaRPr>
          </a:p>
          <a:p>
            <a:pPr marL="285750" indent="-285750">
              <a:buFont typeface="Arial"/>
              <a:buChar char="•"/>
            </a:pPr>
            <a:r>
              <a:rPr lang="en-US" sz="1200">
                <a:solidFill>
                  <a:schemeClr val="bg1"/>
                </a:solidFill>
                <a:latin typeface="Calibri"/>
                <a:ea typeface="Calibri"/>
                <a:cs typeface="Calibri"/>
              </a:rPr>
              <a:t>Severity level (CRITICAL/HIGH/MEDIUM/LOW), escalation flag, and Risk Score 0-100 written to the pipeline.</a:t>
            </a:r>
            <a:endParaRPr lang="en-US" sz="1200">
              <a:latin typeface="Calibri"/>
              <a:ea typeface="Calibri"/>
              <a:cs typeface="Calibri"/>
            </a:endParaRPr>
          </a:p>
          <a:p>
            <a:pPr marL="285750" indent="-285750">
              <a:buFont typeface="Arial"/>
              <a:buChar char="•"/>
            </a:pPr>
            <a:endParaRPr lang="en-US" sz="1100" b="1">
              <a:solidFill>
                <a:srgbClr val="FFFFFF"/>
              </a:solidFill>
              <a:latin typeface="Calibri"/>
              <a:ea typeface="Calibri"/>
              <a:cs typeface="Calibri"/>
            </a:endParaRPr>
          </a:p>
          <a:p>
            <a:endParaRPr lang="en-US" sz="1100" b="1">
              <a:solidFill>
                <a:srgbClr val="FFFFFF"/>
              </a:solidFill>
              <a:latin typeface="Calibri"/>
              <a:ea typeface="Calibri"/>
              <a:cs typeface="Calibri"/>
            </a:endParaRPr>
          </a:p>
          <a:p>
            <a:pPr marL="285750" indent="-285750">
              <a:buFont typeface="Arial"/>
              <a:buChar char="•"/>
            </a:pPr>
            <a:endParaRPr lang="en-US" sz="1200">
              <a:latin typeface="Calibri"/>
              <a:ea typeface="Calibri"/>
              <a:cs typeface="Calibri"/>
            </a:endParaRPr>
          </a:p>
          <a:p>
            <a:pPr marL="182880" indent="-182880" algn="l">
              <a:lnSpc>
                <a:spcPct val="100000"/>
              </a:lnSpc>
              <a:spcBef>
                <a:spcPts val="1200"/>
              </a:spcBef>
              <a:buSzPct val="100000"/>
              <a:buFont typeface="Arial"/>
              <a:buChar char="•"/>
            </a:pPr>
            <a:endParaRPr lang="en-US" sz="1800">
              <a:cs typeface="Arial"/>
            </a:endParaRPr>
          </a:p>
        </p:txBody>
      </p:sp>
      <p:sp>
        <p:nvSpPr>
          <p:cNvPr id="12" name="TextBox 11">
            <a:extLst>
              <a:ext uri="{FF2B5EF4-FFF2-40B4-BE49-F238E27FC236}">
                <a16:creationId xmlns:a16="http://schemas.microsoft.com/office/drawing/2014/main" id="{E96196D5-EDDA-48ED-42AC-A42EB718B578}"/>
              </a:ext>
            </a:extLst>
          </p:cNvPr>
          <p:cNvSpPr txBox="1"/>
          <p:nvPr/>
        </p:nvSpPr>
        <p:spPr>
          <a:xfrm>
            <a:off x="7630159" y="6402336"/>
            <a:ext cx="3659528"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1200"/>
              </a:spcBef>
              <a:buSzPct val="100000"/>
            </a:pPr>
            <a:r>
              <a:rPr lang="en-US" sz="1100" b="1">
                <a:solidFill>
                  <a:srgbClr val="FFFFFF"/>
                </a:solidFill>
                <a:latin typeface="Calibri"/>
                <a:ea typeface="Calibri"/>
                <a:cs typeface="Calibri"/>
              </a:rPr>
              <a:t>Auto-Escalates: Fraud / Payment / Network Outage</a:t>
            </a:r>
            <a:endParaRPr lang="en-US" sz="1800">
              <a:cs typeface="Arial" panose="020B0604020202020204"/>
            </a:endParaRPr>
          </a:p>
        </p:txBody>
      </p:sp>
      <p:sp>
        <p:nvSpPr>
          <p:cNvPr id="13" name="TextBox 12">
            <a:extLst>
              <a:ext uri="{FF2B5EF4-FFF2-40B4-BE49-F238E27FC236}">
                <a16:creationId xmlns:a16="http://schemas.microsoft.com/office/drawing/2014/main" id="{068EE0FE-3F47-9310-7B8E-FF1006E73294}"/>
              </a:ext>
            </a:extLst>
          </p:cNvPr>
          <p:cNvSpPr txBox="1"/>
          <p:nvPr/>
        </p:nvSpPr>
        <p:spPr>
          <a:xfrm>
            <a:off x="1853002" y="6402393"/>
            <a:ext cx="2743199" cy="6001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1200"/>
              </a:spcBef>
              <a:buSzPct val="100000"/>
            </a:pPr>
            <a:r>
              <a:rPr lang="en-US" sz="1100" b="1">
                <a:solidFill>
                  <a:srgbClr val="FFFFFF"/>
                </a:solidFill>
                <a:latin typeface="Calibri"/>
                <a:ea typeface="Calibri"/>
                <a:cs typeface="Calibri"/>
              </a:rPr>
              <a:t>Risk Score: 0 - 100 per ticket</a:t>
            </a:r>
            <a:endParaRPr lang="en-US">
              <a:cs typeface="Arial" panose="020B0604020202020204"/>
            </a:endParaRPr>
          </a:p>
          <a:p>
            <a:pPr marL="182880" indent="-182880" algn="l">
              <a:lnSpc>
                <a:spcPct val="100000"/>
              </a:lnSpc>
              <a:spcBef>
                <a:spcPts val="1200"/>
              </a:spcBef>
              <a:buSzPct val="100000"/>
              <a:buFont typeface="Arial"/>
              <a:buChar char="•"/>
            </a:pPr>
            <a:endParaRPr lang="en-US" sz="1800">
              <a:cs typeface="Arial"/>
            </a:endParaRPr>
          </a:p>
        </p:txBody>
      </p:sp>
    </p:spTree>
    <p:extLst>
      <p:ext uri="{BB962C8B-B14F-4D97-AF65-F5344CB8AC3E}">
        <p14:creationId xmlns:p14="http://schemas.microsoft.com/office/powerpoint/2010/main" val="24065063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E7274-9BCC-DC1B-6B66-F70FC3430C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B4E5FB-7A80-EA7A-E289-E829B5FC7276}"/>
              </a:ext>
            </a:extLst>
          </p:cNvPr>
          <p:cNvSpPr>
            <a:spLocks noGrp="1"/>
          </p:cNvSpPr>
          <p:nvPr>
            <p:ph type="ctrTitle"/>
          </p:nvPr>
        </p:nvSpPr>
        <p:spPr>
          <a:xfrm>
            <a:off x="1015100" y="1273022"/>
            <a:ext cx="11165902" cy="5583781"/>
          </a:xfrm>
        </p:spPr>
        <p:txBody>
          <a:bodyPr/>
          <a:lstStyle/>
          <a:p>
            <a:r>
              <a:rPr lang="en-US" sz="4800">
                <a:latin typeface="Aptos Display"/>
              </a:rPr>
              <a:t>Resolution Suggestion Agent</a:t>
            </a:r>
            <a:endParaRPr lang="en-US"/>
          </a:p>
        </p:txBody>
      </p:sp>
      <p:sp>
        <p:nvSpPr>
          <p:cNvPr id="11" name="TextBox 10">
            <a:extLst>
              <a:ext uri="{FF2B5EF4-FFF2-40B4-BE49-F238E27FC236}">
                <a16:creationId xmlns:a16="http://schemas.microsoft.com/office/drawing/2014/main" id="{41407A2D-D972-9029-6E9A-FDAB62D50576}"/>
              </a:ext>
            </a:extLst>
          </p:cNvPr>
          <p:cNvSpPr txBox="1"/>
          <p:nvPr/>
        </p:nvSpPr>
        <p:spPr>
          <a:xfrm>
            <a:off x="1563200" y="2996134"/>
            <a:ext cx="8067553" cy="469359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spcBef>
                <a:spcPts val="1200"/>
              </a:spcBef>
              <a:buFont typeface="Arial"/>
              <a:buChar char="•"/>
            </a:pPr>
            <a:r>
              <a:rPr lang="en-US" sz="1600">
                <a:solidFill>
                  <a:schemeClr val="bg1"/>
                </a:solidFill>
                <a:ea typeface="+mn-lt"/>
                <a:cs typeface="+mn-lt"/>
              </a:rPr>
              <a:t>The Resolution Suggestion Agent generates actionable support resolutions for retail tickets using:</a:t>
            </a:r>
          </a:p>
          <a:p>
            <a:pPr marL="1200150" lvl="2" indent="-285750">
              <a:spcBef>
                <a:spcPts val="300"/>
              </a:spcBef>
              <a:buFont typeface="Wingdings,Sans-Serif"/>
              <a:buChar char="§"/>
            </a:pPr>
            <a:r>
              <a:rPr lang="en-US" sz="1600">
                <a:solidFill>
                  <a:schemeClr val="bg1"/>
                </a:solidFill>
                <a:ea typeface="+mn-lt"/>
                <a:cs typeface="+mn-lt"/>
              </a:rPr>
              <a:t>Ticket context </a:t>
            </a:r>
          </a:p>
          <a:p>
            <a:pPr marL="1200150" lvl="2" indent="-285750">
              <a:spcBef>
                <a:spcPts val="300"/>
              </a:spcBef>
              <a:buFont typeface="Wingdings,Sans-Serif"/>
              <a:buChar char="§"/>
            </a:pPr>
            <a:r>
              <a:rPr lang="en-US" sz="1600">
                <a:solidFill>
                  <a:schemeClr val="bg1"/>
                </a:solidFill>
                <a:ea typeface="+mn-lt"/>
                <a:cs typeface="+mn-lt"/>
              </a:rPr>
              <a:t>RAG-based SOP retrieval </a:t>
            </a:r>
          </a:p>
          <a:p>
            <a:pPr marL="1200150" lvl="2" indent="-285750">
              <a:spcBef>
                <a:spcPts val="300"/>
              </a:spcBef>
              <a:buFont typeface="Wingdings,Sans-Serif"/>
              <a:buChar char="§"/>
            </a:pPr>
            <a:r>
              <a:rPr lang="en-US" sz="1600">
                <a:solidFill>
                  <a:schemeClr val="bg1"/>
                </a:solidFill>
                <a:ea typeface="+mn-lt"/>
                <a:cs typeface="+mn-lt"/>
              </a:rPr>
              <a:t>Gemini LLM generation </a:t>
            </a:r>
          </a:p>
          <a:p>
            <a:pPr marL="365760" lvl="2">
              <a:spcBef>
                <a:spcPts val="300"/>
              </a:spcBef>
            </a:pPr>
            <a:endParaRPr lang="en-US" sz="1600">
              <a:solidFill>
                <a:schemeClr val="bg1"/>
              </a:solidFill>
              <a:ea typeface="+mn-lt"/>
              <a:cs typeface="+mn-lt"/>
            </a:endParaRPr>
          </a:p>
          <a:p>
            <a:pPr marL="285750" indent="-285750">
              <a:spcBef>
                <a:spcPts val="1200"/>
              </a:spcBef>
              <a:buFont typeface="Arial"/>
              <a:buChar char="•"/>
            </a:pPr>
            <a:r>
              <a:rPr lang="en-US" sz="1600" b="1">
                <a:solidFill>
                  <a:schemeClr val="bg1"/>
                </a:solidFill>
                <a:ea typeface="+mn-lt"/>
                <a:cs typeface="+mn-lt"/>
              </a:rPr>
              <a:t>Inputs</a:t>
            </a:r>
            <a:endParaRPr lang="en-US" sz="1600">
              <a:solidFill>
                <a:schemeClr val="bg1"/>
              </a:solidFill>
              <a:ea typeface="+mn-lt"/>
              <a:cs typeface="+mn-lt"/>
            </a:endParaRPr>
          </a:p>
          <a:p>
            <a:pPr marL="1200150" lvl="2" indent="-285750">
              <a:spcBef>
                <a:spcPts val="300"/>
              </a:spcBef>
              <a:buFont typeface="Wingdings,Sans-Serif"/>
              <a:buChar char="§"/>
            </a:pPr>
            <a:r>
              <a:rPr lang="en-US" sz="1600">
                <a:solidFill>
                  <a:schemeClr val="bg1"/>
                </a:solidFill>
                <a:ea typeface="+mn-lt"/>
                <a:cs typeface="+mn-lt"/>
              </a:rPr>
              <a:t>Reads from ticket object:</a:t>
            </a:r>
          </a:p>
          <a:p>
            <a:pPr marL="2571750" lvl="5" indent="-285750">
              <a:spcBef>
                <a:spcPts val="300"/>
              </a:spcBef>
              <a:buFont typeface="Wingdings,Sans-Serif"/>
              <a:buChar char="§"/>
            </a:pPr>
            <a:r>
              <a:rPr lang="en-US" sz="1600" err="1">
                <a:solidFill>
                  <a:schemeClr val="bg1"/>
                </a:solidFill>
                <a:ea typeface="+mn-lt"/>
                <a:cs typeface="+mn-lt"/>
              </a:rPr>
              <a:t>issue_description</a:t>
            </a:r>
            <a:r>
              <a:rPr lang="en-US" sz="1600">
                <a:solidFill>
                  <a:schemeClr val="bg1"/>
                </a:solidFill>
                <a:ea typeface="+mn-lt"/>
                <a:cs typeface="+mn-lt"/>
              </a:rPr>
              <a:t> </a:t>
            </a:r>
          </a:p>
          <a:p>
            <a:pPr marL="2571750" lvl="5" indent="-285750">
              <a:spcBef>
                <a:spcPts val="300"/>
              </a:spcBef>
              <a:buFont typeface="Wingdings,Sans-Serif"/>
              <a:buChar char="§"/>
            </a:pPr>
            <a:r>
              <a:rPr lang="en-US" sz="1600">
                <a:solidFill>
                  <a:schemeClr val="bg1"/>
                </a:solidFill>
                <a:ea typeface="+mn-lt"/>
                <a:cs typeface="+mn-lt"/>
              </a:rPr>
              <a:t>category </a:t>
            </a:r>
          </a:p>
          <a:p>
            <a:pPr marL="2571750" lvl="5" indent="-285750">
              <a:spcBef>
                <a:spcPts val="300"/>
              </a:spcBef>
              <a:buFont typeface="Wingdings,Sans-Serif"/>
              <a:buChar char="§"/>
            </a:pPr>
            <a:r>
              <a:rPr lang="en-US" sz="1600">
                <a:solidFill>
                  <a:schemeClr val="bg1"/>
                </a:solidFill>
                <a:ea typeface="+mn-lt"/>
                <a:cs typeface="+mn-lt"/>
              </a:rPr>
              <a:t>severity </a:t>
            </a:r>
          </a:p>
          <a:p>
            <a:pPr marL="1200150" lvl="2" indent="-285750">
              <a:spcBef>
                <a:spcPts val="300"/>
              </a:spcBef>
              <a:buFont typeface="Wingdings,Sans-Serif"/>
              <a:buChar char="§"/>
            </a:pPr>
            <a:r>
              <a:rPr lang="en-US" sz="1600">
                <a:solidFill>
                  <a:schemeClr val="bg1"/>
                </a:solidFill>
                <a:ea typeface="+mn-lt"/>
                <a:cs typeface="+mn-lt"/>
              </a:rPr>
              <a:t>Calls:</a:t>
            </a:r>
          </a:p>
          <a:p>
            <a:pPr marL="2571750" lvl="5" indent="-285750">
              <a:spcBef>
                <a:spcPts val="300"/>
              </a:spcBef>
              <a:buFont typeface="Wingdings,Sans-Serif"/>
              <a:buChar char="§"/>
            </a:pPr>
            <a:r>
              <a:rPr lang="en-US" sz="1600" err="1">
                <a:solidFill>
                  <a:schemeClr val="bg1"/>
                </a:solidFill>
                <a:ea typeface="+mn-lt"/>
                <a:cs typeface="+mn-lt"/>
              </a:rPr>
              <a:t>retrieve_documents</a:t>
            </a:r>
            <a:r>
              <a:rPr lang="en-US" sz="1600">
                <a:solidFill>
                  <a:schemeClr val="bg1"/>
                </a:solidFill>
                <a:ea typeface="+mn-lt"/>
                <a:cs typeface="+mn-lt"/>
              </a:rPr>
              <a:t>()</a:t>
            </a:r>
            <a:endParaRPr lang="en-US" sz="1600">
              <a:solidFill>
                <a:schemeClr val="bg1"/>
              </a:solidFill>
              <a:cs typeface="Arial"/>
            </a:endParaRPr>
          </a:p>
          <a:p>
            <a:pPr marL="285750" indent="-285750">
              <a:buFont typeface="Arial"/>
              <a:buChar char="•"/>
            </a:pPr>
            <a:endParaRPr lang="en-US" sz="1100" b="1">
              <a:solidFill>
                <a:srgbClr val="FFFFFF"/>
              </a:solidFill>
              <a:latin typeface="Calibri"/>
              <a:ea typeface="Calibri"/>
              <a:cs typeface="Calibri"/>
            </a:endParaRPr>
          </a:p>
          <a:p>
            <a:endParaRPr lang="en-US" sz="1100" b="1">
              <a:solidFill>
                <a:srgbClr val="FFFFFF"/>
              </a:solidFill>
              <a:latin typeface="Calibri"/>
              <a:ea typeface="Calibri"/>
              <a:cs typeface="Calibri"/>
            </a:endParaRPr>
          </a:p>
          <a:p>
            <a:pPr marL="285750" indent="-285750">
              <a:buFont typeface="Arial"/>
              <a:buChar char="•"/>
            </a:pPr>
            <a:endParaRPr lang="en-US" sz="1200">
              <a:latin typeface="Calibri"/>
              <a:ea typeface="Calibri"/>
              <a:cs typeface="Calibri"/>
            </a:endParaRPr>
          </a:p>
          <a:p>
            <a:pPr marL="182880" indent="-182880" algn="l">
              <a:lnSpc>
                <a:spcPct val="100000"/>
              </a:lnSpc>
              <a:spcBef>
                <a:spcPts val="1200"/>
              </a:spcBef>
              <a:buSzPct val="100000"/>
              <a:buFont typeface="Arial"/>
              <a:buChar char="•"/>
            </a:pPr>
            <a:endParaRPr lang="en-US" sz="1800">
              <a:cs typeface="Arial"/>
            </a:endParaRPr>
          </a:p>
        </p:txBody>
      </p:sp>
    </p:spTree>
    <p:extLst>
      <p:ext uri="{BB962C8B-B14F-4D97-AF65-F5344CB8AC3E}">
        <p14:creationId xmlns:p14="http://schemas.microsoft.com/office/powerpoint/2010/main" val="14586953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DC2E3-3443-404C-27FD-D519855FC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C4A9D4-58CE-9BEA-333D-38D31895342A}"/>
              </a:ext>
            </a:extLst>
          </p:cNvPr>
          <p:cNvSpPr>
            <a:spLocks noGrp="1"/>
          </p:cNvSpPr>
          <p:nvPr>
            <p:ph type="ctrTitle"/>
          </p:nvPr>
        </p:nvSpPr>
        <p:spPr>
          <a:xfrm>
            <a:off x="1015100" y="1273022"/>
            <a:ext cx="11165902" cy="5583781"/>
          </a:xfrm>
        </p:spPr>
        <p:txBody>
          <a:bodyPr/>
          <a:lstStyle/>
          <a:p>
            <a:r>
              <a:rPr lang="en-US" sz="4800">
                <a:latin typeface="Aptos Display"/>
              </a:rPr>
              <a:t>Resolution Suggestion Agent</a:t>
            </a:r>
            <a:endParaRPr lang="en-US"/>
          </a:p>
        </p:txBody>
      </p:sp>
      <p:sp>
        <p:nvSpPr>
          <p:cNvPr id="11" name="TextBox 10">
            <a:extLst>
              <a:ext uri="{FF2B5EF4-FFF2-40B4-BE49-F238E27FC236}">
                <a16:creationId xmlns:a16="http://schemas.microsoft.com/office/drawing/2014/main" id="{29044B05-2BBA-35BD-6409-C433334ACC8B}"/>
              </a:ext>
            </a:extLst>
          </p:cNvPr>
          <p:cNvSpPr txBox="1"/>
          <p:nvPr/>
        </p:nvSpPr>
        <p:spPr>
          <a:xfrm>
            <a:off x="1620066" y="2438850"/>
            <a:ext cx="9961007" cy="513217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spcBef>
                <a:spcPts val="1200"/>
              </a:spcBef>
              <a:buFont typeface="Arial"/>
              <a:buChar char="•"/>
            </a:pPr>
            <a:r>
              <a:rPr lang="en-IN" sz="1600" b="1">
                <a:solidFill>
                  <a:srgbClr val="FFFFFF"/>
                </a:solidFill>
                <a:ea typeface="+mn-lt"/>
                <a:cs typeface="+mn-lt"/>
              </a:rPr>
              <a:t>Workflow</a:t>
            </a:r>
            <a:endParaRPr lang="en-US" sz="1600">
              <a:solidFill>
                <a:srgbClr val="FFFFFF"/>
              </a:solidFill>
              <a:ea typeface="+mn-lt"/>
              <a:cs typeface="+mn-lt"/>
            </a:endParaRPr>
          </a:p>
          <a:p>
            <a:pPr marL="1200150" lvl="2" indent="-285750">
              <a:spcBef>
                <a:spcPts val="300"/>
              </a:spcBef>
              <a:buFont typeface="Wingdings,Sans-Serif"/>
              <a:buChar char="§"/>
            </a:pPr>
            <a:r>
              <a:rPr lang="en-IN" sz="1600">
                <a:solidFill>
                  <a:srgbClr val="FFFFFF"/>
                </a:solidFill>
                <a:ea typeface="+mn-lt"/>
                <a:cs typeface="+mn-lt"/>
              </a:rPr>
              <a:t>Receive classified ticket </a:t>
            </a:r>
            <a:endParaRPr lang="en-US" sz="1600">
              <a:solidFill>
                <a:srgbClr val="FFFFFF"/>
              </a:solidFill>
              <a:ea typeface="+mn-lt"/>
              <a:cs typeface="+mn-lt"/>
            </a:endParaRPr>
          </a:p>
          <a:p>
            <a:pPr marL="1200150" lvl="2" indent="-285750">
              <a:spcBef>
                <a:spcPts val="300"/>
              </a:spcBef>
              <a:buFont typeface="Wingdings,Sans-Serif"/>
              <a:buChar char="§"/>
            </a:pPr>
            <a:r>
              <a:rPr lang="en-IN" sz="1600">
                <a:solidFill>
                  <a:srgbClr val="FFFFFF"/>
                </a:solidFill>
                <a:ea typeface="+mn-lt"/>
                <a:cs typeface="+mn-lt"/>
              </a:rPr>
              <a:t>Retrieve top relevant SOP chunks from FAISS vector DB </a:t>
            </a:r>
            <a:endParaRPr lang="en-US" sz="1600">
              <a:solidFill>
                <a:srgbClr val="FFFFFF"/>
              </a:solidFill>
              <a:ea typeface="+mn-lt"/>
              <a:cs typeface="+mn-lt"/>
            </a:endParaRPr>
          </a:p>
          <a:p>
            <a:pPr marL="1200150" lvl="2" indent="-285750">
              <a:spcBef>
                <a:spcPts val="300"/>
              </a:spcBef>
              <a:buFont typeface="Wingdings,Sans-Serif"/>
              <a:buChar char="§"/>
            </a:pPr>
            <a:r>
              <a:rPr lang="en-IN" sz="1600">
                <a:solidFill>
                  <a:srgbClr val="FFFFFF"/>
                </a:solidFill>
                <a:ea typeface="+mn-lt"/>
                <a:cs typeface="+mn-lt"/>
              </a:rPr>
              <a:t>Build LLM prompt using: </a:t>
            </a:r>
            <a:endParaRPr lang="en-US" sz="1600">
              <a:solidFill>
                <a:srgbClr val="FFFFFF"/>
              </a:solidFill>
              <a:ea typeface="+mn-lt"/>
              <a:cs typeface="+mn-lt"/>
            </a:endParaRPr>
          </a:p>
          <a:p>
            <a:pPr marL="1440180" lvl="3" indent="-342900">
              <a:spcBef>
                <a:spcPts val="300"/>
              </a:spcBef>
              <a:buFont typeface="Wingdings,Sans-Serif"/>
              <a:buChar char="§"/>
            </a:pPr>
            <a:r>
              <a:rPr lang="en-IN" sz="1600">
                <a:solidFill>
                  <a:srgbClr val="FFFFFF"/>
                </a:solidFill>
                <a:ea typeface="+mn-lt"/>
                <a:cs typeface="+mn-lt"/>
              </a:rPr>
              <a:t>issue description </a:t>
            </a:r>
            <a:endParaRPr lang="en-US" sz="1600">
              <a:solidFill>
                <a:srgbClr val="FFFFFF"/>
              </a:solidFill>
              <a:ea typeface="+mn-lt"/>
              <a:cs typeface="+mn-lt"/>
            </a:endParaRPr>
          </a:p>
          <a:p>
            <a:pPr marL="1440180" lvl="3" indent="-342900">
              <a:spcBef>
                <a:spcPts val="300"/>
              </a:spcBef>
              <a:buFont typeface="Wingdings,Sans-Serif"/>
              <a:buChar char="§"/>
            </a:pPr>
            <a:r>
              <a:rPr lang="en-IN" sz="1600">
                <a:solidFill>
                  <a:srgbClr val="FFFFFF"/>
                </a:solidFill>
                <a:ea typeface="+mn-lt"/>
                <a:cs typeface="+mn-lt"/>
              </a:rPr>
              <a:t>category </a:t>
            </a:r>
            <a:endParaRPr lang="en-US" sz="1600">
              <a:solidFill>
                <a:srgbClr val="FFFFFF"/>
              </a:solidFill>
              <a:ea typeface="+mn-lt"/>
              <a:cs typeface="+mn-lt"/>
            </a:endParaRPr>
          </a:p>
          <a:p>
            <a:pPr marL="1440180" lvl="3" indent="-342900">
              <a:spcBef>
                <a:spcPts val="300"/>
              </a:spcBef>
              <a:buFont typeface="Wingdings,Sans-Serif"/>
              <a:buChar char="§"/>
            </a:pPr>
            <a:r>
              <a:rPr lang="en-IN" sz="1600">
                <a:solidFill>
                  <a:srgbClr val="FFFFFF"/>
                </a:solidFill>
                <a:ea typeface="+mn-lt"/>
                <a:cs typeface="+mn-lt"/>
              </a:rPr>
              <a:t>severity </a:t>
            </a:r>
            <a:endParaRPr lang="en-US" sz="1600">
              <a:solidFill>
                <a:srgbClr val="FFFFFF"/>
              </a:solidFill>
              <a:ea typeface="+mn-lt"/>
              <a:cs typeface="+mn-lt"/>
            </a:endParaRPr>
          </a:p>
          <a:p>
            <a:pPr marL="1440180" lvl="3" indent="-342900">
              <a:spcBef>
                <a:spcPts val="300"/>
              </a:spcBef>
              <a:buFont typeface="Wingdings,Sans-Serif"/>
              <a:buChar char="§"/>
            </a:pPr>
            <a:r>
              <a:rPr lang="en-IN" sz="1600">
                <a:solidFill>
                  <a:srgbClr val="FFFFFF"/>
                </a:solidFill>
                <a:ea typeface="+mn-lt"/>
                <a:cs typeface="+mn-lt"/>
              </a:rPr>
              <a:t>retrieved SOP context </a:t>
            </a:r>
            <a:endParaRPr lang="en-US" sz="1600">
              <a:solidFill>
                <a:srgbClr val="FFFFFF"/>
              </a:solidFill>
              <a:ea typeface="+mn-lt"/>
              <a:cs typeface="+mn-lt"/>
            </a:endParaRPr>
          </a:p>
          <a:p>
            <a:pPr marL="1200150" lvl="2" indent="-285750">
              <a:spcBef>
                <a:spcPts val="300"/>
              </a:spcBef>
              <a:buFont typeface="Wingdings,Sans-Serif"/>
              <a:buChar char="§"/>
            </a:pPr>
            <a:r>
              <a:rPr lang="en-IN" sz="1600">
                <a:solidFill>
                  <a:srgbClr val="FFFFFF"/>
                </a:solidFill>
                <a:ea typeface="+mn-lt"/>
                <a:cs typeface="+mn-lt"/>
              </a:rPr>
              <a:t>Generate resolution using Gemini API </a:t>
            </a:r>
            <a:endParaRPr lang="en-US" sz="1600">
              <a:solidFill>
                <a:srgbClr val="FFFFFF"/>
              </a:solidFill>
              <a:ea typeface="+mn-lt"/>
              <a:cs typeface="+mn-lt"/>
            </a:endParaRPr>
          </a:p>
          <a:p>
            <a:pPr marL="1200150" lvl="2" indent="-285750">
              <a:spcBef>
                <a:spcPts val="300"/>
              </a:spcBef>
              <a:buFont typeface="Wingdings,Sans-Serif"/>
              <a:buChar char="§"/>
            </a:pPr>
            <a:r>
              <a:rPr lang="en-IN" sz="1600">
                <a:solidFill>
                  <a:srgbClr val="FFFFFF"/>
                </a:solidFill>
                <a:ea typeface="+mn-lt"/>
                <a:cs typeface="+mn-lt"/>
              </a:rPr>
              <a:t>Return updated ticket object</a:t>
            </a:r>
            <a:endParaRPr lang="en-US" sz="1600">
              <a:solidFill>
                <a:srgbClr val="FFFFFF"/>
              </a:solidFill>
              <a:ea typeface="+mn-lt"/>
              <a:cs typeface="+mn-lt"/>
            </a:endParaRPr>
          </a:p>
          <a:p>
            <a:pPr marL="800100" lvl="1" indent="-342900">
              <a:spcBef>
                <a:spcPts val="300"/>
              </a:spcBef>
              <a:buAutoNum type="arabicPeriod"/>
            </a:pPr>
            <a:endParaRPr lang="en-IN" sz="1600">
              <a:solidFill>
                <a:srgbClr val="FFFFFF"/>
              </a:solidFill>
              <a:ea typeface="+mn-lt"/>
              <a:cs typeface="+mn-lt"/>
            </a:endParaRPr>
          </a:p>
          <a:p>
            <a:pPr marL="285750" indent="-285750">
              <a:spcBef>
                <a:spcPts val="1200"/>
              </a:spcBef>
              <a:buFont typeface="Arial"/>
              <a:buChar char="•"/>
            </a:pPr>
            <a:r>
              <a:rPr lang="en-US" sz="1600" b="1">
                <a:solidFill>
                  <a:srgbClr val="FFFFFF"/>
                </a:solidFill>
                <a:ea typeface="+mn-lt"/>
                <a:cs typeface="+mn-lt"/>
              </a:rPr>
              <a:t>Outputs Written</a:t>
            </a:r>
            <a:endParaRPr lang="en-US" sz="1600">
              <a:solidFill>
                <a:srgbClr val="FFFFFF"/>
              </a:solidFill>
              <a:ea typeface="+mn-lt"/>
              <a:cs typeface="+mn-lt"/>
            </a:endParaRPr>
          </a:p>
          <a:p>
            <a:pPr marL="800100" lvl="1" indent="-342900">
              <a:spcBef>
                <a:spcPts val="300"/>
              </a:spcBef>
              <a:buFont typeface="Wingdings,Sans-Serif"/>
              <a:buChar char="§"/>
            </a:pPr>
            <a:r>
              <a:rPr lang="en-US" sz="1600" err="1">
                <a:solidFill>
                  <a:srgbClr val="FFFFFF"/>
                </a:solidFill>
                <a:ea typeface="+mn-lt"/>
                <a:cs typeface="+mn-lt"/>
              </a:rPr>
              <a:t>retrieved_docs</a:t>
            </a:r>
            <a:r>
              <a:rPr lang="en-US" sz="1600">
                <a:solidFill>
                  <a:srgbClr val="FFFFFF"/>
                </a:solidFill>
                <a:ea typeface="+mn-lt"/>
                <a:cs typeface="+mn-lt"/>
              </a:rPr>
              <a:t> </a:t>
            </a:r>
          </a:p>
          <a:p>
            <a:pPr marL="800100" lvl="1" indent="-342900">
              <a:spcBef>
                <a:spcPts val="300"/>
              </a:spcBef>
              <a:buFont typeface="Wingdings,Sans-Serif"/>
              <a:buChar char="§"/>
            </a:pPr>
            <a:r>
              <a:rPr lang="en-US" sz="1600" err="1">
                <a:solidFill>
                  <a:srgbClr val="FFFFFF"/>
                </a:solidFill>
                <a:ea typeface="+mn-lt"/>
                <a:cs typeface="+mn-lt"/>
              </a:rPr>
              <a:t>suggested_resolution</a:t>
            </a:r>
            <a:r>
              <a:rPr lang="en-US" sz="1600">
                <a:solidFill>
                  <a:srgbClr val="FFFFFF"/>
                </a:solidFill>
                <a:ea typeface="+mn-lt"/>
                <a:cs typeface="+mn-lt"/>
              </a:rPr>
              <a:t> </a:t>
            </a:r>
          </a:p>
          <a:p>
            <a:pPr marL="800100" lvl="1" indent="-342900">
              <a:spcBef>
                <a:spcPts val="300"/>
              </a:spcBef>
              <a:buFont typeface="Wingdings,Sans-Serif"/>
              <a:buChar char="§"/>
            </a:pPr>
            <a:r>
              <a:rPr lang="en-US" sz="1600" err="1">
                <a:solidFill>
                  <a:srgbClr val="FFFFFF"/>
                </a:solidFill>
                <a:ea typeface="+mn-lt"/>
                <a:cs typeface="+mn-lt"/>
              </a:rPr>
              <a:t>resolution_source</a:t>
            </a:r>
            <a:endParaRPr lang="en-US" sz="1600" err="1"/>
          </a:p>
          <a:p>
            <a:endParaRPr lang="en-US" sz="1100" b="1">
              <a:solidFill>
                <a:srgbClr val="FFFFFF"/>
              </a:solidFill>
              <a:latin typeface="Calibri"/>
              <a:ea typeface="Calibri"/>
              <a:cs typeface="Calibri"/>
            </a:endParaRPr>
          </a:p>
          <a:p>
            <a:pPr marL="285750" indent="-285750">
              <a:buFont typeface="Arial"/>
              <a:buChar char="•"/>
            </a:pPr>
            <a:endParaRPr lang="en-US" sz="1200">
              <a:latin typeface="Calibri"/>
              <a:ea typeface="Calibri"/>
              <a:cs typeface="Calibri"/>
            </a:endParaRPr>
          </a:p>
          <a:p>
            <a:pPr marL="182880" indent="-182880" algn="l">
              <a:lnSpc>
                <a:spcPct val="100000"/>
              </a:lnSpc>
              <a:spcBef>
                <a:spcPts val="1200"/>
              </a:spcBef>
              <a:buSzPct val="100000"/>
              <a:buFont typeface="Arial"/>
              <a:buChar char="•"/>
            </a:pPr>
            <a:endParaRPr lang="en-US" sz="1800">
              <a:cs typeface="Arial"/>
            </a:endParaRPr>
          </a:p>
        </p:txBody>
      </p:sp>
    </p:spTree>
    <p:extLst>
      <p:ext uri="{BB962C8B-B14F-4D97-AF65-F5344CB8AC3E}">
        <p14:creationId xmlns:p14="http://schemas.microsoft.com/office/powerpoint/2010/main" val="1078478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95B0-86BE-B7EB-079D-844B0C6DD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E9D5F0-C1B1-B6A8-D64F-2356310069BD}"/>
              </a:ext>
            </a:extLst>
          </p:cNvPr>
          <p:cNvSpPr>
            <a:spLocks noGrp="1"/>
          </p:cNvSpPr>
          <p:nvPr>
            <p:ph type="ctrTitle"/>
          </p:nvPr>
        </p:nvSpPr>
        <p:spPr>
          <a:xfrm>
            <a:off x="1015100" y="1273022"/>
            <a:ext cx="11165902" cy="5583781"/>
          </a:xfrm>
        </p:spPr>
        <p:txBody>
          <a:bodyPr/>
          <a:lstStyle/>
          <a:p>
            <a:r>
              <a:rPr lang="en-US" sz="4800">
                <a:latin typeface="Aptos Display"/>
              </a:rPr>
              <a:t>Resolution Suggestion Agent</a:t>
            </a:r>
            <a:endParaRPr lang="en-US"/>
          </a:p>
        </p:txBody>
      </p:sp>
      <p:sp>
        <p:nvSpPr>
          <p:cNvPr id="11" name="TextBox 10">
            <a:extLst>
              <a:ext uri="{FF2B5EF4-FFF2-40B4-BE49-F238E27FC236}">
                <a16:creationId xmlns:a16="http://schemas.microsoft.com/office/drawing/2014/main" id="{7C364A04-F294-30B4-09F1-58671A29E55D}"/>
              </a:ext>
            </a:extLst>
          </p:cNvPr>
          <p:cNvSpPr txBox="1"/>
          <p:nvPr/>
        </p:nvSpPr>
        <p:spPr>
          <a:xfrm>
            <a:off x="1312991" y="2643567"/>
            <a:ext cx="9961007" cy="188513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spcBef>
                <a:spcPts val="1200"/>
              </a:spcBef>
              <a:buFont typeface="Arial"/>
              <a:buChar char="•"/>
            </a:pPr>
            <a:r>
              <a:rPr lang="en-IN" sz="1600" b="1">
                <a:solidFill>
                  <a:srgbClr val="FFFFFF"/>
                </a:solidFill>
                <a:ea typeface="+mn-lt"/>
                <a:cs typeface="+mn-lt"/>
              </a:rPr>
              <a:t>Key Features Implemented</a:t>
            </a:r>
            <a:endParaRPr lang="en-US" sz="1600">
              <a:solidFill>
                <a:srgbClr val="FFFFFF"/>
              </a:solidFill>
              <a:ea typeface="+mn-lt"/>
              <a:cs typeface="+mn-lt"/>
            </a:endParaRPr>
          </a:p>
          <a:p>
            <a:pPr marL="1200150" lvl="2" indent="-285750">
              <a:spcBef>
                <a:spcPts val="300"/>
              </a:spcBef>
              <a:buFont typeface="Wingdings,Sans-Serif"/>
              <a:buChar char="§"/>
            </a:pPr>
            <a:r>
              <a:rPr lang="en-IN" sz="1600">
                <a:solidFill>
                  <a:srgbClr val="FFFFFF"/>
                </a:solidFill>
                <a:ea typeface="+mn-lt"/>
                <a:cs typeface="+mn-lt"/>
              </a:rPr>
              <a:t>RAG-Based Context Retrieval</a:t>
            </a:r>
            <a:endParaRPr lang="en-US" sz="1600">
              <a:solidFill>
                <a:srgbClr val="FFFFFF"/>
              </a:solidFill>
              <a:ea typeface="+mn-lt"/>
              <a:cs typeface="+mn-lt"/>
            </a:endParaRPr>
          </a:p>
          <a:p>
            <a:pPr marL="1200150" lvl="2" indent="-285750">
              <a:spcBef>
                <a:spcPts val="300"/>
              </a:spcBef>
              <a:buFont typeface="Wingdings,Sans-Serif"/>
              <a:buChar char="§"/>
            </a:pPr>
            <a:r>
              <a:rPr lang="en-IN" sz="1600">
                <a:solidFill>
                  <a:srgbClr val="FFFFFF"/>
                </a:solidFill>
                <a:ea typeface="+mn-lt"/>
                <a:cs typeface="+mn-lt"/>
              </a:rPr>
              <a:t>Error Logging</a:t>
            </a:r>
            <a:endParaRPr lang="en-US" sz="1600">
              <a:solidFill>
                <a:srgbClr val="FFFFFF"/>
              </a:solidFill>
              <a:ea typeface="+mn-lt"/>
              <a:cs typeface="+mn-lt"/>
            </a:endParaRPr>
          </a:p>
          <a:p>
            <a:pPr marL="1200150" lvl="2" indent="-285750">
              <a:spcBef>
                <a:spcPts val="300"/>
              </a:spcBef>
              <a:buFont typeface="Wingdings,Sans-Serif"/>
              <a:buChar char="§"/>
            </a:pPr>
            <a:r>
              <a:rPr lang="en-IN" sz="1600">
                <a:solidFill>
                  <a:srgbClr val="FFFFFF"/>
                </a:solidFill>
                <a:ea typeface="+mn-lt"/>
                <a:cs typeface="+mn-lt"/>
              </a:rPr>
              <a:t>Safe Fallback Handling</a:t>
            </a:r>
            <a:endParaRPr lang="en-US" sz="1600">
              <a:ea typeface="+mn-lt"/>
              <a:cs typeface="+mn-lt"/>
            </a:endParaRPr>
          </a:p>
          <a:p>
            <a:endParaRPr lang="en-US" sz="1100" b="1">
              <a:solidFill>
                <a:srgbClr val="FFFFFF"/>
              </a:solidFill>
              <a:latin typeface="Calibri"/>
              <a:ea typeface="Calibri"/>
              <a:cs typeface="Calibri"/>
            </a:endParaRPr>
          </a:p>
          <a:p>
            <a:pPr marL="285750" indent="-285750">
              <a:buFont typeface="Arial"/>
              <a:buChar char="•"/>
            </a:pPr>
            <a:endParaRPr lang="en-US" sz="1200">
              <a:latin typeface="Calibri"/>
              <a:ea typeface="Calibri"/>
              <a:cs typeface="Calibri"/>
            </a:endParaRPr>
          </a:p>
          <a:p>
            <a:pPr marL="182880" indent="-182880" algn="l">
              <a:lnSpc>
                <a:spcPct val="100000"/>
              </a:lnSpc>
              <a:spcBef>
                <a:spcPts val="1200"/>
              </a:spcBef>
              <a:buSzPct val="100000"/>
              <a:buFont typeface="Arial"/>
              <a:buChar char="•"/>
            </a:pPr>
            <a:endParaRPr lang="en-US" sz="1800">
              <a:cs typeface="Arial"/>
            </a:endParaRPr>
          </a:p>
        </p:txBody>
      </p:sp>
      <p:graphicFrame>
        <p:nvGraphicFramePr>
          <p:cNvPr id="6" name="Table 5">
            <a:extLst>
              <a:ext uri="{FF2B5EF4-FFF2-40B4-BE49-F238E27FC236}">
                <a16:creationId xmlns:a16="http://schemas.microsoft.com/office/drawing/2014/main" id="{2619DD2B-E807-F878-2CD7-4CA304D93370}"/>
              </a:ext>
            </a:extLst>
          </p:cNvPr>
          <p:cNvGraphicFramePr>
            <a:graphicFrameLocks noGrp="1"/>
          </p:cNvGraphicFramePr>
          <p:nvPr>
            <p:extLst>
              <p:ext uri="{D42A27DB-BD31-4B8C-83A1-F6EECF244321}">
                <p14:modId xmlns:p14="http://schemas.microsoft.com/office/powerpoint/2010/main" val="3212024919"/>
              </p:ext>
            </p:extLst>
          </p:nvPr>
        </p:nvGraphicFramePr>
        <p:xfrm>
          <a:off x="1776020" y="4031312"/>
          <a:ext cx="8175171" cy="2654495"/>
        </p:xfrm>
        <a:graphic>
          <a:graphicData uri="http://schemas.openxmlformats.org/drawingml/2006/table">
            <a:tbl>
              <a:tblPr>
                <a:solidFill>
                  <a:srgbClr val="404040"/>
                </a:solidFill>
              </a:tblPr>
              <a:tblGrid>
                <a:gridCol w="2761983">
                  <a:extLst>
                    <a:ext uri="{9D8B030D-6E8A-4147-A177-3AD203B41FA5}">
                      <a16:colId xmlns:a16="http://schemas.microsoft.com/office/drawing/2014/main" val="2367574135"/>
                    </a:ext>
                  </a:extLst>
                </a:gridCol>
                <a:gridCol w="5413188">
                  <a:extLst>
                    <a:ext uri="{9D8B030D-6E8A-4147-A177-3AD203B41FA5}">
                      <a16:colId xmlns:a16="http://schemas.microsoft.com/office/drawing/2014/main" val="4208073052"/>
                    </a:ext>
                  </a:extLst>
                </a:gridCol>
              </a:tblGrid>
              <a:tr h="499598">
                <a:tc>
                  <a:txBody>
                    <a:bodyPr/>
                    <a:lstStyle/>
                    <a:p>
                      <a:pPr>
                        <a:buNone/>
                      </a:pPr>
                      <a:r>
                        <a:rPr lang="en-IN" sz="1500" cap="none" spc="0">
                          <a:solidFill>
                            <a:schemeClr val="bg1"/>
                          </a:solidFill>
                        </a:rPr>
                        <a:t>Failure Type</a:t>
                      </a:r>
                    </a:p>
                  </a:txBody>
                  <a:tcPr marL="113376" marR="113376" marT="113376" marB="56688"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404040"/>
                    </a:solidFill>
                  </a:tcPr>
                </a:tc>
                <a:tc>
                  <a:txBody>
                    <a:bodyPr/>
                    <a:lstStyle/>
                    <a:p>
                      <a:pPr>
                        <a:buNone/>
                      </a:pPr>
                      <a:r>
                        <a:rPr lang="en-IN" sz="1500" cap="none" spc="0">
                          <a:solidFill>
                            <a:schemeClr val="bg1"/>
                          </a:solidFill>
                        </a:rPr>
                        <a:t>Action Taken</a:t>
                      </a:r>
                    </a:p>
                  </a:txBody>
                  <a:tcPr marL="113376" marR="113376" marT="113376" marB="56688"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404040"/>
                    </a:solidFill>
                  </a:tcPr>
                </a:tc>
                <a:extLst>
                  <a:ext uri="{0D108BD9-81ED-4DB2-BD59-A6C34878D82A}">
                    <a16:rowId xmlns:a16="http://schemas.microsoft.com/office/drawing/2014/main" val="3837497384"/>
                  </a:ext>
                </a:extLst>
              </a:tr>
              <a:tr h="499598">
                <a:tc>
                  <a:txBody>
                    <a:bodyPr/>
                    <a:lstStyle/>
                    <a:p>
                      <a:pPr>
                        <a:buNone/>
                      </a:pPr>
                      <a:r>
                        <a:rPr lang="en-IN" sz="1500" cap="none" spc="0">
                          <a:solidFill>
                            <a:schemeClr val="bg1"/>
                          </a:solidFill>
                        </a:rPr>
                        <a:t>Empty ticket</a:t>
                      </a:r>
                    </a:p>
                  </a:txBody>
                  <a:tcPr marL="113376" marR="113376" marT="113376" marB="56688" anchor="ctr">
                    <a:lnL w="12700" cmpd="sng">
                      <a:noFill/>
                      <a:prstDash val="solid"/>
                    </a:lnL>
                    <a:lnR w="12700" cmpd="sng">
                      <a:noFill/>
                      <a:prstDash val="solid"/>
                    </a:lnR>
                    <a:lnT w="12700" cmpd="sng">
                      <a:noFill/>
                      <a:prstDash val="solid"/>
                    </a:lnT>
                    <a:lnB w="12700" cmpd="sng">
                      <a:noFill/>
                      <a:prstDash val="solid"/>
                    </a:lnB>
                    <a:solidFill>
                      <a:srgbClr val="404040"/>
                    </a:solidFill>
                  </a:tcPr>
                </a:tc>
                <a:tc>
                  <a:txBody>
                    <a:bodyPr/>
                    <a:lstStyle/>
                    <a:p>
                      <a:pPr>
                        <a:buNone/>
                      </a:pPr>
                      <a:r>
                        <a:rPr lang="en-IN" sz="1500" cap="none" spc="0">
                          <a:solidFill>
                            <a:schemeClr val="bg1"/>
                          </a:solidFill>
                        </a:rPr>
                        <a:t>Return structured fallback response</a:t>
                      </a:r>
                    </a:p>
                  </a:txBody>
                  <a:tcPr marL="113376" marR="113376" marT="113376" marB="56688" anchor="ctr">
                    <a:lnL w="12700" cmpd="sng">
                      <a:noFill/>
                      <a:prstDash val="solid"/>
                    </a:lnL>
                    <a:lnR w="12700" cmpd="sng">
                      <a:noFill/>
                      <a:prstDash val="solid"/>
                    </a:lnR>
                    <a:lnT w="12700" cmpd="sng">
                      <a:noFill/>
                      <a:prstDash val="solid"/>
                    </a:lnT>
                    <a:lnB w="12700" cmpd="sng">
                      <a:noFill/>
                      <a:prstDash val="solid"/>
                    </a:lnB>
                    <a:solidFill>
                      <a:srgbClr val="404040"/>
                    </a:solidFill>
                  </a:tcPr>
                </a:tc>
                <a:extLst>
                  <a:ext uri="{0D108BD9-81ED-4DB2-BD59-A6C34878D82A}">
                    <a16:rowId xmlns:a16="http://schemas.microsoft.com/office/drawing/2014/main" val="2318718709"/>
                  </a:ext>
                </a:extLst>
              </a:tr>
              <a:tr h="499598">
                <a:tc>
                  <a:txBody>
                    <a:bodyPr/>
                    <a:lstStyle/>
                    <a:p>
                      <a:pPr>
                        <a:buNone/>
                      </a:pPr>
                      <a:r>
                        <a:rPr lang="en-IN" sz="1500" cap="none" spc="0">
                          <a:solidFill>
                            <a:schemeClr val="bg1"/>
                          </a:solidFill>
                        </a:rPr>
                        <a:t>No SOP match</a:t>
                      </a:r>
                    </a:p>
                  </a:txBody>
                  <a:tcPr marL="113376" marR="113376" marT="113376" marB="56688" anchor="ctr">
                    <a:lnL w="12700" cmpd="sng">
                      <a:noFill/>
                      <a:prstDash val="solid"/>
                    </a:lnL>
                    <a:lnR w="12700" cmpd="sng">
                      <a:noFill/>
                      <a:prstDash val="solid"/>
                    </a:lnR>
                    <a:lnT w="12700" cmpd="sng">
                      <a:noFill/>
                      <a:prstDash val="solid"/>
                    </a:lnT>
                    <a:lnB w="12700" cmpd="sng">
                      <a:noFill/>
                      <a:prstDash val="solid"/>
                    </a:lnB>
                    <a:solidFill>
                      <a:srgbClr val="404040"/>
                    </a:solidFill>
                  </a:tcPr>
                </a:tc>
                <a:tc>
                  <a:txBody>
                    <a:bodyPr/>
                    <a:lstStyle/>
                    <a:p>
                      <a:pPr>
                        <a:buNone/>
                      </a:pPr>
                      <a:r>
                        <a:rPr lang="en-IN" sz="1500" cap="none" spc="0">
                          <a:solidFill>
                            <a:schemeClr val="bg1"/>
                          </a:solidFill>
                        </a:rPr>
                        <a:t>Return generic fallback resolution</a:t>
                      </a:r>
                    </a:p>
                  </a:txBody>
                  <a:tcPr marL="113376" marR="113376" marT="113376" marB="56688" anchor="ctr">
                    <a:lnL w="12700" cmpd="sng">
                      <a:noFill/>
                      <a:prstDash val="solid"/>
                    </a:lnL>
                    <a:lnR w="12700" cmpd="sng">
                      <a:noFill/>
                      <a:prstDash val="solid"/>
                    </a:lnR>
                    <a:lnT w="12700" cmpd="sng">
                      <a:noFill/>
                      <a:prstDash val="solid"/>
                    </a:lnT>
                    <a:lnB w="12700" cmpd="sng">
                      <a:noFill/>
                      <a:prstDash val="solid"/>
                    </a:lnB>
                    <a:solidFill>
                      <a:srgbClr val="404040"/>
                    </a:solidFill>
                  </a:tcPr>
                </a:tc>
                <a:extLst>
                  <a:ext uri="{0D108BD9-81ED-4DB2-BD59-A6C34878D82A}">
                    <a16:rowId xmlns:a16="http://schemas.microsoft.com/office/drawing/2014/main" val="1005828453"/>
                  </a:ext>
                </a:extLst>
              </a:tr>
              <a:tr h="656103">
                <a:tc>
                  <a:txBody>
                    <a:bodyPr/>
                    <a:lstStyle/>
                    <a:p>
                      <a:pPr>
                        <a:buNone/>
                      </a:pPr>
                      <a:r>
                        <a:rPr lang="en-IN" sz="1500" cap="none" spc="0">
                          <a:solidFill>
                            <a:schemeClr val="bg1"/>
                          </a:solidFill>
                        </a:rPr>
                        <a:t>Gemini API failure</a:t>
                      </a:r>
                    </a:p>
                  </a:txBody>
                  <a:tcPr marL="113376" marR="113376" marT="113376" marB="56688" anchor="ctr">
                    <a:lnL w="12700" cmpd="sng">
                      <a:noFill/>
                      <a:prstDash val="solid"/>
                    </a:lnL>
                    <a:lnR w="12700" cmpd="sng">
                      <a:noFill/>
                      <a:prstDash val="solid"/>
                    </a:lnR>
                    <a:lnT w="12700" cmpd="sng">
                      <a:noFill/>
                      <a:prstDash val="solid"/>
                    </a:lnT>
                    <a:lnB w="12700" cmpd="sng">
                      <a:noFill/>
                      <a:prstDash val="solid"/>
                    </a:lnB>
                    <a:solidFill>
                      <a:srgbClr val="404040"/>
                    </a:solidFill>
                  </a:tcPr>
                </a:tc>
                <a:tc>
                  <a:txBody>
                    <a:bodyPr/>
                    <a:lstStyle/>
                    <a:p>
                      <a:pPr>
                        <a:buNone/>
                      </a:pPr>
                      <a:r>
                        <a:rPr lang="en-US" sz="1500" cap="none" spc="0">
                          <a:solidFill>
                            <a:schemeClr val="bg1"/>
                          </a:solidFill>
                        </a:rPr>
                        <a:t>Return escalation response to human support</a:t>
                      </a:r>
                    </a:p>
                  </a:txBody>
                  <a:tcPr marL="113376" marR="113376" marT="113376" marB="56688" anchor="ctr">
                    <a:lnL w="12700" cmpd="sng">
                      <a:noFill/>
                      <a:prstDash val="solid"/>
                    </a:lnL>
                    <a:lnR w="12700" cmpd="sng">
                      <a:noFill/>
                      <a:prstDash val="solid"/>
                    </a:lnR>
                    <a:lnT w="12700" cmpd="sng">
                      <a:noFill/>
                      <a:prstDash val="solid"/>
                    </a:lnT>
                    <a:lnB w="12700" cmpd="sng">
                      <a:noFill/>
                      <a:prstDash val="solid"/>
                    </a:lnB>
                    <a:solidFill>
                      <a:srgbClr val="404040"/>
                    </a:solidFill>
                  </a:tcPr>
                </a:tc>
                <a:extLst>
                  <a:ext uri="{0D108BD9-81ED-4DB2-BD59-A6C34878D82A}">
                    <a16:rowId xmlns:a16="http://schemas.microsoft.com/office/drawing/2014/main" val="976543616"/>
                  </a:ext>
                </a:extLst>
              </a:tr>
              <a:tr h="499598">
                <a:tc>
                  <a:txBody>
                    <a:bodyPr/>
                    <a:lstStyle/>
                    <a:p>
                      <a:pPr>
                        <a:buNone/>
                      </a:pPr>
                      <a:r>
                        <a:rPr lang="en-IN" sz="1500" cap="none" spc="0">
                          <a:solidFill>
                            <a:schemeClr val="bg1"/>
                          </a:solidFill>
                        </a:rPr>
                        <a:t>Retriever failure</a:t>
                      </a:r>
                    </a:p>
                  </a:txBody>
                  <a:tcPr marL="113376" marR="113376" marT="113376" marB="56688" anchor="ctr">
                    <a:lnL w="12700" cmpd="sng">
                      <a:noFill/>
                      <a:prstDash val="solid"/>
                    </a:lnL>
                    <a:lnR w="12700" cmpd="sng">
                      <a:noFill/>
                      <a:prstDash val="solid"/>
                    </a:lnR>
                    <a:lnT w="12700" cmpd="sng">
                      <a:noFill/>
                      <a:prstDash val="solid"/>
                    </a:lnT>
                    <a:lnB w="12700" cmpd="sng">
                      <a:noFill/>
                      <a:prstDash val="solid"/>
                    </a:lnB>
                    <a:solidFill>
                      <a:srgbClr val="404040"/>
                    </a:solidFill>
                  </a:tcPr>
                </a:tc>
                <a:tc>
                  <a:txBody>
                    <a:bodyPr/>
                    <a:lstStyle/>
                    <a:p>
                      <a:pPr>
                        <a:buNone/>
                      </a:pPr>
                      <a:r>
                        <a:rPr lang="en-US" sz="1500" cap="none" spc="0">
                          <a:solidFill>
                            <a:schemeClr val="bg1"/>
                          </a:solidFill>
                        </a:rPr>
                        <a:t>Return empty </a:t>
                      </a:r>
                      <a:r>
                        <a:rPr lang="en-US" sz="1500" cap="none" spc="0" err="1">
                          <a:solidFill>
                            <a:schemeClr val="bg1"/>
                          </a:solidFill>
                          <a:latin typeface="Courier New" panose="02070309020205020404" pitchFamily="49" charset="0"/>
                        </a:rPr>
                        <a:t>retrieved_docs</a:t>
                      </a:r>
                      <a:r>
                        <a:rPr lang="en-US" sz="1500" cap="none" spc="0">
                          <a:solidFill>
                            <a:schemeClr val="bg1"/>
                          </a:solidFill>
                        </a:rPr>
                        <a:t> safely</a:t>
                      </a:r>
                    </a:p>
                  </a:txBody>
                  <a:tcPr marL="113376" marR="113376" marT="113376" marB="56688" anchor="ctr">
                    <a:lnL w="12700" cmpd="sng">
                      <a:noFill/>
                      <a:prstDash val="solid"/>
                    </a:lnL>
                    <a:lnR w="12700" cmpd="sng">
                      <a:noFill/>
                      <a:prstDash val="solid"/>
                    </a:lnR>
                    <a:lnT w="12700" cmpd="sng">
                      <a:noFill/>
                      <a:prstDash val="solid"/>
                    </a:lnT>
                    <a:lnB w="12700" cmpd="sng">
                      <a:noFill/>
                      <a:prstDash val="solid"/>
                    </a:lnB>
                    <a:solidFill>
                      <a:srgbClr val="404040"/>
                    </a:solidFill>
                  </a:tcPr>
                </a:tc>
                <a:extLst>
                  <a:ext uri="{0D108BD9-81ED-4DB2-BD59-A6C34878D82A}">
                    <a16:rowId xmlns:a16="http://schemas.microsoft.com/office/drawing/2014/main" val="559595380"/>
                  </a:ext>
                </a:extLst>
              </a:tr>
            </a:tbl>
          </a:graphicData>
        </a:graphic>
      </p:graphicFrame>
    </p:spTree>
    <p:extLst>
      <p:ext uri="{BB962C8B-B14F-4D97-AF65-F5344CB8AC3E}">
        <p14:creationId xmlns:p14="http://schemas.microsoft.com/office/powerpoint/2010/main" val="24559922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AD57C-7503-A02F-60A3-EC1D45D516B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4431DB5-D542-9825-0776-1400139B4358}"/>
              </a:ext>
            </a:extLst>
          </p:cNvPr>
          <p:cNvSpPr txBox="1"/>
          <p:nvPr/>
        </p:nvSpPr>
        <p:spPr>
          <a:xfrm>
            <a:off x="1016331" y="1322118"/>
            <a:ext cx="10420596" cy="518603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buSzPct val="100000"/>
            </a:pPr>
            <a:endParaRPr lang="en-US">
              <a:latin typeface="Calibri"/>
              <a:ea typeface="Calibri"/>
              <a:cs typeface="Calibri"/>
            </a:endParaRPr>
          </a:p>
          <a:p>
            <a:pPr>
              <a:lnSpc>
                <a:spcPct val="150000"/>
              </a:lnSpc>
              <a:buSzPct val="100000"/>
              <a:buFont typeface="Wingdings"/>
              <a:buChar char="§"/>
            </a:pPr>
            <a:r>
              <a:rPr lang="en-US" sz="2400">
                <a:latin typeface="Calibri"/>
                <a:ea typeface="Calibri"/>
                <a:cs typeface="Calibri"/>
              </a:rPr>
              <a:t>AI processes tickets and generates recommendations.</a:t>
            </a:r>
          </a:p>
          <a:p>
            <a:pPr>
              <a:lnSpc>
                <a:spcPct val="150000"/>
              </a:lnSpc>
              <a:buSzPct val="100000"/>
              <a:buFont typeface="Wingdings"/>
              <a:buChar char="§"/>
            </a:pPr>
            <a:r>
              <a:rPr lang="en-US" sz="2400">
                <a:latin typeface="Calibri"/>
                <a:ea typeface="Calibri"/>
                <a:cs typeface="Calibri"/>
              </a:rPr>
              <a:t>Sensitive or high-impact tickets are sent for human review.</a:t>
            </a:r>
            <a:endParaRPr lang="en-US">
              <a:latin typeface="Calibri"/>
              <a:ea typeface="Calibri"/>
              <a:cs typeface="Calibri"/>
            </a:endParaRPr>
          </a:p>
          <a:p>
            <a:pPr>
              <a:lnSpc>
                <a:spcPct val="150000"/>
              </a:lnSpc>
              <a:buSzPct val="100000"/>
              <a:buFont typeface="Wingdings"/>
              <a:buChar char="§"/>
            </a:pPr>
            <a:r>
              <a:rPr lang="en-US" sz="2400">
                <a:latin typeface="Calibri"/>
                <a:ea typeface="Calibri"/>
                <a:cs typeface="Calibri"/>
              </a:rPr>
              <a:t>The human reviewer can:</a:t>
            </a:r>
            <a:endParaRPr lang="en-US">
              <a:latin typeface="Calibri"/>
              <a:ea typeface="Calibri"/>
              <a:cs typeface="Calibri"/>
            </a:endParaRPr>
          </a:p>
          <a:p>
            <a:pPr marL="800100" lvl="1" indent="-342900">
              <a:lnSpc>
                <a:spcPct val="150000"/>
              </a:lnSpc>
              <a:buSzPct val="100000"/>
              <a:buFont typeface="Courier New"/>
              <a:buChar char="o"/>
            </a:pPr>
            <a:r>
              <a:rPr lang="en-US" sz="2400">
                <a:latin typeface="Calibri"/>
                <a:ea typeface="Calibri"/>
                <a:cs typeface="Calibri"/>
              </a:rPr>
              <a:t>Approve the AI recommendation</a:t>
            </a:r>
            <a:endParaRPr lang="en-US">
              <a:latin typeface="Calibri"/>
              <a:ea typeface="Calibri"/>
              <a:cs typeface="Calibri"/>
            </a:endParaRPr>
          </a:p>
          <a:p>
            <a:pPr marL="800100" lvl="1" indent="-342900">
              <a:lnSpc>
                <a:spcPct val="150000"/>
              </a:lnSpc>
              <a:buSzPct val="100000"/>
              <a:buFont typeface="Courier New"/>
              <a:buChar char="o"/>
            </a:pPr>
            <a:r>
              <a:rPr lang="en-US" sz="2400">
                <a:latin typeface="Calibri"/>
                <a:ea typeface="Calibri"/>
                <a:cs typeface="Calibri"/>
              </a:rPr>
              <a:t>Reject the recommendation</a:t>
            </a:r>
            <a:endParaRPr lang="en-US">
              <a:latin typeface="Calibri"/>
              <a:ea typeface="Calibri"/>
              <a:cs typeface="Calibri"/>
            </a:endParaRPr>
          </a:p>
          <a:p>
            <a:pPr marL="800100" lvl="1" indent="-342900">
              <a:lnSpc>
                <a:spcPct val="150000"/>
              </a:lnSpc>
              <a:buSzPct val="100000"/>
              <a:buFont typeface="Courier New"/>
              <a:buChar char="o"/>
            </a:pPr>
            <a:r>
              <a:rPr lang="en-US" sz="2400">
                <a:latin typeface="Calibri"/>
                <a:ea typeface="Calibri"/>
                <a:cs typeface="Calibri"/>
              </a:rPr>
              <a:t>Modify the suggested resolution before closure</a:t>
            </a:r>
            <a:endParaRPr lang="en-US">
              <a:latin typeface="Calibri"/>
              <a:ea typeface="Calibri"/>
              <a:cs typeface="Calibri"/>
            </a:endParaRPr>
          </a:p>
          <a:p>
            <a:pPr>
              <a:lnSpc>
                <a:spcPct val="150000"/>
              </a:lnSpc>
              <a:buSzPct val="100000"/>
              <a:buFont typeface="Wingdings"/>
              <a:buChar char="§"/>
            </a:pPr>
            <a:r>
              <a:rPr lang="en-US" sz="2400">
                <a:latin typeface="Calibri"/>
                <a:ea typeface="Calibri"/>
                <a:cs typeface="Calibri"/>
              </a:rPr>
              <a:t>Ensures trust, accuracy, and accountability.</a:t>
            </a:r>
            <a:endParaRPr lang="en-US">
              <a:latin typeface="Calibri"/>
              <a:ea typeface="Calibri"/>
              <a:cs typeface="Calibri"/>
            </a:endParaRPr>
          </a:p>
          <a:p>
            <a:pPr>
              <a:buSzPct val="100000"/>
              <a:buFont typeface="Wingdings"/>
              <a:buChar char="§"/>
            </a:pPr>
            <a:endParaRPr lang="en-US" sz="2400">
              <a:latin typeface="Calibri"/>
              <a:ea typeface="Calibri"/>
              <a:cs typeface="Calibri"/>
            </a:endParaRPr>
          </a:p>
          <a:p>
            <a:pPr marL="285750" indent="-285750">
              <a:spcBef>
                <a:spcPts val="1200"/>
              </a:spcBef>
              <a:buSzPct val="100000"/>
              <a:buFont typeface="Wingdings"/>
              <a:buChar char="§"/>
            </a:pPr>
            <a:endParaRPr lang="en-US" sz="2400">
              <a:latin typeface="Calibri"/>
              <a:ea typeface="Calibri"/>
              <a:cs typeface="Calibri"/>
            </a:endParaRPr>
          </a:p>
        </p:txBody>
      </p:sp>
      <p:sp>
        <p:nvSpPr>
          <p:cNvPr id="10" name="Title 9">
            <a:extLst>
              <a:ext uri="{FF2B5EF4-FFF2-40B4-BE49-F238E27FC236}">
                <a16:creationId xmlns:a16="http://schemas.microsoft.com/office/drawing/2014/main" id="{AB1DAB4F-1BE8-AFEE-C995-95B6953B0F91}"/>
              </a:ext>
            </a:extLst>
          </p:cNvPr>
          <p:cNvSpPr>
            <a:spLocks noGrp="1"/>
          </p:cNvSpPr>
          <p:nvPr>
            <p:ph type="title"/>
          </p:nvPr>
        </p:nvSpPr>
        <p:spPr/>
        <p:txBody>
          <a:bodyPr vert="horz" lIns="0" tIns="0" rIns="0" bIns="0" rtlCol="0" anchor="ctr" anchorCtr="0">
            <a:noAutofit/>
          </a:bodyPr>
          <a:lstStyle/>
          <a:p>
            <a:pPr algn="ctr"/>
            <a:r>
              <a:rPr lang="en-US">
                <a:cs typeface="Arial"/>
              </a:rPr>
              <a:t>Human-in-the-Loop</a:t>
            </a:r>
          </a:p>
        </p:txBody>
      </p:sp>
    </p:spTree>
    <p:extLst>
      <p:ext uri="{BB962C8B-B14F-4D97-AF65-F5344CB8AC3E}">
        <p14:creationId xmlns:p14="http://schemas.microsoft.com/office/powerpoint/2010/main" val="40801889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552A2-7D6E-1964-C80A-4A0EB85102BB}"/>
              </a:ext>
            </a:extLst>
          </p:cNvPr>
          <p:cNvSpPr>
            <a:spLocks noGrp="1"/>
          </p:cNvSpPr>
          <p:nvPr>
            <p:ph type="ctrTitle"/>
          </p:nvPr>
        </p:nvSpPr>
        <p:spPr>
          <a:xfrm>
            <a:off x="1188720" y="1375954"/>
            <a:ext cx="5166360" cy="889146"/>
          </a:xfrm>
        </p:spPr>
        <p:txBody>
          <a:bodyPr/>
          <a:lstStyle/>
          <a:p>
            <a:r>
              <a:rPr lang="en-US">
                <a:cs typeface="Arial"/>
              </a:rPr>
              <a:t>CHALLENGES FACED</a:t>
            </a:r>
            <a:endParaRPr lang="en-US"/>
          </a:p>
        </p:txBody>
      </p:sp>
      <p:sp>
        <p:nvSpPr>
          <p:cNvPr id="4" name="Text Placeholder 3">
            <a:extLst>
              <a:ext uri="{FF2B5EF4-FFF2-40B4-BE49-F238E27FC236}">
                <a16:creationId xmlns:a16="http://schemas.microsoft.com/office/drawing/2014/main" id="{0E707FBC-5F4F-12EF-7492-3B0684D76AF1}"/>
              </a:ext>
            </a:extLst>
          </p:cNvPr>
          <p:cNvSpPr>
            <a:spLocks noGrp="1"/>
          </p:cNvSpPr>
          <p:nvPr>
            <p:ph type="body" sz="quarter" idx="11"/>
          </p:nvPr>
        </p:nvSpPr>
        <p:spPr>
          <a:xfrm>
            <a:off x="1188720" y="3291841"/>
            <a:ext cx="6211388" cy="2590799"/>
          </a:xfrm>
        </p:spPr>
        <p:txBody>
          <a:bodyPr/>
          <a:lstStyle/>
          <a:p>
            <a:pPr marL="285750" indent="-285750">
              <a:buFont typeface="Arial"/>
              <a:buChar char="•"/>
            </a:pPr>
            <a:r>
              <a:rPr lang="en-US" sz="2000" b="0">
                <a:ea typeface="+mn-lt"/>
                <a:cs typeface="+mn-lt"/>
              </a:rPr>
              <a:t>Generating realistic retail incident ticket data</a:t>
            </a:r>
            <a:endParaRPr lang="en-US" sz="2000"/>
          </a:p>
          <a:p>
            <a:pPr marL="285750" indent="-285750">
              <a:buFont typeface="Arial"/>
              <a:buChar char="•"/>
            </a:pPr>
            <a:r>
              <a:rPr lang="en-US" sz="2000" b="0">
                <a:ea typeface="+mn-lt"/>
                <a:cs typeface="+mn-lt"/>
              </a:rPr>
              <a:t>Handling API limit issues and response delays</a:t>
            </a:r>
            <a:endParaRPr lang="en-US" sz="2000"/>
          </a:p>
          <a:p>
            <a:pPr marL="285750" indent="-285750">
              <a:buFont typeface="Arial"/>
              <a:buChar char="•"/>
            </a:pPr>
            <a:r>
              <a:rPr lang="en-US" sz="2000" b="0">
                <a:ea typeface="+mn-lt"/>
                <a:cs typeface="+mn-lt"/>
              </a:rPr>
              <a:t>Integrating UI with backend AI workflows</a:t>
            </a:r>
            <a:endParaRPr lang="en-US" sz="2000"/>
          </a:p>
          <a:p>
            <a:pPr marL="285750" indent="-285750">
              <a:buFont typeface="Arial"/>
              <a:buChar char="•"/>
            </a:pPr>
            <a:r>
              <a:rPr lang="en-US" sz="2000" b="0">
                <a:ea typeface="+mn-lt"/>
                <a:cs typeface="+mn-lt"/>
              </a:rPr>
              <a:t>Maintaining accuracy across multiple AI agents</a:t>
            </a:r>
            <a:endParaRPr lang="en-US" sz="2000"/>
          </a:p>
          <a:p>
            <a:endParaRPr lang="en-US" sz="2000">
              <a:cs typeface="Arial"/>
            </a:endParaRPr>
          </a:p>
        </p:txBody>
      </p:sp>
    </p:spTree>
    <p:extLst>
      <p:ext uri="{BB962C8B-B14F-4D97-AF65-F5344CB8AC3E}">
        <p14:creationId xmlns:p14="http://schemas.microsoft.com/office/powerpoint/2010/main" val="21070406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009442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UST 2024">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_PowerPoint_16x9_21Oct2020" id="{2FCFBAFE-DAA5-46BD-B8DC-04E9DEE71F3A}" vid="{90151F41-C9BF-4400-9ABD-DB0CFDBABE13}"/>
    </a:ext>
  </a:extLst>
</a:theme>
</file>

<file path=ppt/theme/theme2.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ppt/theme/theme3.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2A67BBB9E0C4C4ABAD1F111FA5E5EA9" ma:contentTypeVersion="0" ma:contentTypeDescription="Create a new document." ma:contentTypeScope="" ma:versionID="91eca329da6fcb97ba85e6c649170cf5">
  <xsd:schema xmlns:xsd="http://www.w3.org/2001/XMLSchema" xmlns:xs="http://www.w3.org/2001/XMLSchema" xmlns:p="http://schemas.microsoft.com/office/2006/metadata/properties" targetNamespace="http://schemas.microsoft.com/office/2006/metadata/properties" ma:root="true" ma:fieldsID="b764bea3eb9b1a5be8fd57fac5fb45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8E9144-E3A5-41BC-AFE4-00414EB4BFE9}">
  <ds:schemaRefs>
    <ds:schemaRef ds:uri="3d490cd2-1cd2-4229-bf74-977b65ab40b2"/>
    <ds:schemaRef ds:uri="5de21204-f6c2-476d-9eb4-7ba6a46565b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DF18AF8-9165-447B-A970-765D04B49555}">
  <ds:schemaRefs>
    <ds:schemaRef ds:uri="http://schemas.microsoft.com/sharepoint/v3/contenttype/forms"/>
  </ds:schemaRefs>
</ds:datastoreItem>
</file>

<file path=customXml/itemProps3.xml><?xml version="1.0" encoding="utf-8"?>
<ds:datastoreItem xmlns:ds="http://schemas.openxmlformats.org/officeDocument/2006/customXml" ds:itemID="{1F17B6C3-1A05-4258-B150-B69A0010EAC2}">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15</Slides>
  <Notes>1</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UST 2024</vt:lpstr>
      <vt:lpstr>RETAIL AI  TICKET ANALYZER</vt:lpstr>
      <vt:lpstr>PROBLEM STATEMENT AND PROPOSED SOLUTION</vt:lpstr>
      <vt:lpstr>PROBLEM STATEMENT</vt:lpstr>
      <vt:lpstr>PROPOSED SOLUTION</vt:lpstr>
      <vt:lpstr>ARCHITECTURE DIAGRAM</vt:lpstr>
      <vt:lpstr>PowerPoint Presentation</vt:lpstr>
      <vt:lpstr>WORKFLOW</vt:lpstr>
      <vt:lpstr>Ticket Classification Agent</vt:lpstr>
      <vt:lpstr>Severity Detection Agent</vt:lpstr>
      <vt:lpstr>Resolution Suggestion Agent</vt:lpstr>
      <vt:lpstr>Resolution Suggestion Agent</vt:lpstr>
      <vt:lpstr>Resolution Suggestion Agent</vt:lpstr>
      <vt:lpstr>Human-in-the-Loop</vt:lpstr>
      <vt:lpstr>CHALLENGES FACED</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UST 16x9 PowerPoint template Revised October 21, 2020</dc:title>
  <dc:subject/>
  <dc:creator>GTMServices@ust.com</dc:creator>
  <cp:keywords/>
  <dc:description/>
  <cp:revision>7</cp:revision>
  <cp:lastPrinted>2019-10-06T00:46:52Z</cp:lastPrinted>
  <dcterms:created xsi:type="dcterms:W3CDTF">2020-12-03T20:34:18Z</dcterms:created>
  <dcterms:modified xsi:type="dcterms:W3CDTF">2026-05-26T06:36:31Z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0x01010002A67BBB9E0C4C4ABAD1F111FA5E5EA9</vt:lpwstr>
  </property>
  <property fmtid="{D5CDD505-2E9C-101B-9397-08002B2CF9AE}" pid="3" name="MSIP_Label_15ffddfa-74ad-4c1f-9757-a38a11902f1c_Enabled">
    <vt:lpwstr>true</vt:lpwstr>
  </property>
  <property fmtid="{D5CDD505-2E9C-101B-9397-08002B2CF9AE}" pid="4" name="MSIP_Label_15ffddfa-74ad-4c1f-9757-a38a11902f1c_SetDate">
    <vt:lpwstr>2026-05-19T09:27:53Z</vt:lpwstr>
  </property>
  <property fmtid="{D5CDD505-2E9C-101B-9397-08002B2CF9AE}" pid="5" name="MSIP_Label_15ffddfa-74ad-4c1f-9757-a38a11902f1c_Method">
    <vt:lpwstr>Standard</vt:lpwstr>
  </property>
  <property fmtid="{D5CDD505-2E9C-101B-9397-08002B2CF9AE}" pid="6" name="MSIP_Label_15ffddfa-74ad-4c1f-9757-a38a11902f1c_Name">
    <vt:lpwstr>UST Internal</vt:lpwstr>
  </property>
  <property fmtid="{D5CDD505-2E9C-101B-9397-08002B2CF9AE}" pid="7" name="MSIP_Label_15ffddfa-74ad-4c1f-9757-a38a11902f1c_SiteId">
    <vt:lpwstr>a4431f4b-c207-4733-9530-34c08a9b2b8d</vt:lpwstr>
  </property>
  <property fmtid="{D5CDD505-2E9C-101B-9397-08002B2CF9AE}" pid="8" name="MSIP_Label_15ffddfa-74ad-4c1f-9757-a38a11902f1c_ActionId">
    <vt:lpwstr>535e2918-c6c7-4f3b-81bd-8da155b255e1</vt:lpwstr>
  </property>
  <property fmtid="{D5CDD505-2E9C-101B-9397-08002B2CF9AE}" pid="9" name="MSIP_Label_15ffddfa-74ad-4c1f-9757-a38a11902f1c_ContentBits">
    <vt:lpwstr>0</vt:lpwstr>
  </property>
  <property fmtid="{D5CDD505-2E9C-101B-9397-08002B2CF9AE}" pid="10" name="MSIP_Label_15ffddfa-74ad-4c1f-9757-a38a11902f1c_Tag">
    <vt:lpwstr>10, 3, 0, 1</vt:lpwstr>
  </property>
</Properties>
</file>